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4"/>
    <p:sldMasterId id="214748369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Urbanist Medium"/>
      <p:regular r:id="rId15"/>
      <p:bold r:id="rId16"/>
      <p:italic r:id="rId17"/>
      <p:boldItalic r:id="rId18"/>
    </p:embeddedFont>
    <p:embeddedFont>
      <p:font typeface="Urbanist SemiBold"/>
      <p:regular r:id="rId19"/>
      <p:bold r:id="rId20"/>
      <p:italic r:id="rId21"/>
      <p:boldItalic r:id="rId22"/>
    </p:embeddedFont>
    <p:embeddedFont>
      <p:font typeface="Urbanis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SemiBold-bold.fntdata"/><Relationship Id="rId22" Type="http://schemas.openxmlformats.org/officeDocument/2006/relationships/font" Target="fonts/UrbanistSemiBold-boldItalic.fntdata"/><Relationship Id="rId21" Type="http://schemas.openxmlformats.org/officeDocument/2006/relationships/font" Target="fonts/UrbanistSemiBold-italic.fntdata"/><Relationship Id="rId24" Type="http://schemas.openxmlformats.org/officeDocument/2006/relationships/font" Target="fonts/Urbanist-bold.fntdata"/><Relationship Id="rId23" Type="http://schemas.openxmlformats.org/officeDocument/2006/relationships/font" Target="fonts/Urbanis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Urbanist-boldItalic.fntdata"/><Relationship Id="rId25" Type="http://schemas.openxmlformats.org/officeDocument/2006/relationships/font" Target="fonts/Urbanis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UrbanistMedium-regular.fntdata"/><Relationship Id="rId14" Type="http://schemas.openxmlformats.org/officeDocument/2006/relationships/slide" Target="slides/slide8.xml"/><Relationship Id="rId17" Type="http://schemas.openxmlformats.org/officeDocument/2006/relationships/font" Target="fonts/UrbanistMedium-italic.fntdata"/><Relationship Id="rId16" Type="http://schemas.openxmlformats.org/officeDocument/2006/relationships/font" Target="fonts/UrbanistMedium-bold.fntdata"/><Relationship Id="rId19" Type="http://schemas.openxmlformats.org/officeDocument/2006/relationships/font" Target="fonts/UrbanistSemiBold-regular.fntdata"/><Relationship Id="rId18" Type="http://schemas.openxmlformats.org/officeDocument/2006/relationships/font" Target="fonts/Urbanist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9581d2a4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9581d2a4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9581d2a456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9581d2a456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9581d2a456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9581d2a456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9581d2a456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9581d2a456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d9d8cd4f4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d9d8cd4f4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9581d2a456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9581d2a456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9581d2a456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9581d2a456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cc79f8c14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cc79f8c14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56" name="Google Shape;56;p14"/>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14"/>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8" name="Google Shape;58;p1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9" name="Google Shape;59;p1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0" name="Google Shape;60;p1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1" name="Google Shape;61;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2" name="Google Shape;62;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3" name="Google Shape;63;p14"/>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64" name="Google Shape;64;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5" name="Google Shape;65;p14"/>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6" name="Google Shape;66;p14"/>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7" name="Google Shape;67;p14"/>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68" name="Google Shape;68;p14"/>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69" name="Shape 69"/>
        <p:cNvGrpSpPr/>
        <p:nvPr/>
      </p:nvGrpSpPr>
      <p:grpSpPr>
        <a:xfrm>
          <a:off x="0" y="0"/>
          <a:ext cx="0" cy="0"/>
          <a:chOff x="0" y="0"/>
          <a:chExt cx="0" cy="0"/>
        </a:xfrm>
      </p:grpSpPr>
      <p:sp>
        <p:nvSpPr>
          <p:cNvPr id="70" name="Google Shape;70;p15"/>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71" name="Google Shape;71;p15"/>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2" name="Google Shape;72;p1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3" name="Google Shape;73;p1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4" name="Google Shape;74;p1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5" name="Google Shape;75;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76" name="Google Shape;76;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77" name="Google Shape;77;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78" name="Shape 78"/>
        <p:cNvGrpSpPr/>
        <p:nvPr/>
      </p:nvGrpSpPr>
      <p:grpSpPr>
        <a:xfrm>
          <a:off x="0" y="0"/>
          <a:ext cx="0" cy="0"/>
          <a:chOff x="0" y="0"/>
          <a:chExt cx="0" cy="0"/>
        </a:xfrm>
      </p:grpSpPr>
      <p:sp>
        <p:nvSpPr>
          <p:cNvPr id="79" name="Google Shape;79;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80" name="Google Shape;80;p16"/>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81" name="Google Shape;81;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2" name="Google Shape;82;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3" name="Google Shape;83;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4" name="Google Shape;84;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5" name="Google Shape;85;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86" name="Google Shape;86;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7" name="Google Shape;87;p16"/>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8" name="Google Shape;88;p16"/>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9" name="Google Shape;89;p16"/>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90" name="Google Shape;90;p16"/>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1" name="Google Shape;91;p16"/>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2" name="Google Shape;92;p16"/>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93" name="Shape 93"/>
        <p:cNvGrpSpPr/>
        <p:nvPr/>
      </p:nvGrpSpPr>
      <p:grpSpPr>
        <a:xfrm>
          <a:off x="0" y="0"/>
          <a:ext cx="0" cy="0"/>
          <a:chOff x="0" y="0"/>
          <a:chExt cx="0" cy="0"/>
        </a:xfrm>
      </p:grpSpPr>
      <p:sp>
        <p:nvSpPr>
          <p:cNvPr id="94" name="Google Shape;94;p17"/>
          <p:cNvSpPr/>
          <p:nvPr>
            <p:ph idx="2" type="pic"/>
          </p:nvPr>
        </p:nvSpPr>
        <p:spPr>
          <a:xfrm>
            <a:off x="246150" y="237650"/>
            <a:ext cx="4196400" cy="4438200"/>
          </a:xfrm>
          <a:prstGeom prst="rect">
            <a:avLst/>
          </a:prstGeom>
          <a:noFill/>
          <a:ln>
            <a:noFill/>
          </a:ln>
        </p:spPr>
      </p:sp>
      <p:sp>
        <p:nvSpPr>
          <p:cNvPr id="95" name="Google Shape;95;p17"/>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6" name="Google Shape;96;p17"/>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7" name="Google Shape;97;p17"/>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8" name="Google Shape;98;p17"/>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9" name="Google Shape;99;p17"/>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17"/>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2" name="Google Shape;102;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103" name="Google Shape;103;p17"/>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104" name="Google Shape;104;p17"/>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105" name="Google Shape;105;p17"/>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106" name="Google Shape;106;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107" name="Shape 107"/>
        <p:cNvGrpSpPr/>
        <p:nvPr/>
      </p:nvGrpSpPr>
      <p:grpSpPr>
        <a:xfrm>
          <a:off x="0" y="0"/>
          <a:ext cx="0" cy="0"/>
          <a:chOff x="0" y="0"/>
          <a:chExt cx="0" cy="0"/>
        </a:xfrm>
      </p:grpSpPr>
      <p:sp>
        <p:nvSpPr>
          <p:cNvPr id="108" name="Google Shape;108;p18"/>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9" name="Google Shape;109;p18"/>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0" name="Google Shape;110;p18"/>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1" name="Google Shape;111;p18"/>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112" name="Google Shape;112;p18"/>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13" name="Google Shape;113;p18"/>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4" name="Google Shape;114;p18"/>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5" name="Google Shape;115;p18"/>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6" name="Google Shape;116;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7" name="Google Shape;117;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8" name="Google Shape;118;p18"/>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119" name="Google Shape;119;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120"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122" name="Google Shape;122;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3" name="Google Shape;123;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4" name="Google Shape;124;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5" name="Google Shape;125;p19"/>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126" name="Google Shape;126;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7" name="Google Shape;127;p19"/>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8" name="Google Shape;128;p19"/>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9" name="Google Shape;129;p19"/>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0" name="Google Shape;130;p19"/>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1" name="Google Shape;131;p19"/>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2" name="Google Shape;132;p19"/>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3" name="Google Shape;133;p19"/>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4" name="Google Shape;134;p19"/>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5" name="Google Shape;135;p19"/>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6" name="Google Shape;136;p19"/>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7" name="Google Shape;137;p19"/>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8" name="Google Shape;138;p19"/>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9" name="Google Shape;139;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0" name="Google Shape;140;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141" name="Shape 141"/>
        <p:cNvGrpSpPr/>
        <p:nvPr/>
      </p:nvGrpSpPr>
      <p:grpSpPr>
        <a:xfrm>
          <a:off x="0" y="0"/>
          <a:ext cx="0" cy="0"/>
          <a:chOff x="0" y="0"/>
          <a:chExt cx="0" cy="0"/>
        </a:xfrm>
      </p:grpSpPr>
      <p:sp>
        <p:nvSpPr>
          <p:cNvPr id="142" name="Google Shape;142;p20"/>
          <p:cNvSpPr/>
          <p:nvPr>
            <p:ph idx="2" type="pic"/>
          </p:nvPr>
        </p:nvSpPr>
        <p:spPr>
          <a:xfrm>
            <a:off x="4618950" y="228600"/>
            <a:ext cx="1370400" cy="1357500"/>
          </a:xfrm>
          <a:prstGeom prst="roundRect">
            <a:avLst>
              <a:gd fmla="val 16935" name="adj"/>
            </a:avLst>
          </a:prstGeom>
          <a:noFill/>
          <a:ln>
            <a:noFill/>
          </a:ln>
        </p:spPr>
      </p:sp>
      <p:sp>
        <p:nvSpPr>
          <p:cNvPr id="143" name="Google Shape;143;p20"/>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44" name="Google Shape;144;p20"/>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5" name="Google Shape;145;p20"/>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6" name="Google Shape;146;p20"/>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7" name="Google Shape;147;p20"/>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48" name="Google Shape;148;p20"/>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49" name="Google Shape;149;p20"/>
          <p:cNvSpPr/>
          <p:nvPr>
            <p:ph idx="7" type="pic"/>
          </p:nvPr>
        </p:nvSpPr>
        <p:spPr>
          <a:xfrm>
            <a:off x="6080700" y="228600"/>
            <a:ext cx="1370400" cy="1357500"/>
          </a:xfrm>
          <a:prstGeom prst="roundRect">
            <a:avLst>
              <a:gd fmla="val 16935" name="adj"/>
            </a:avLst>
          </a:prstGeom>
          <a:noFill/>
          <a:ln>
            <a:noFill/>
          </a:ln>
        </p:spPr>
      </p:sp>
      <p:sp>
        <p:nvSpPr>
          <p:cNvPr id="150" name="Google Shape;150;p20"/>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1" name="Google Shape;151;p20"/>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2" name="Google Shape;152;p20"/>
          <p:cNvSpPr/>
          <p:nvPr>
            <p:ph idx="13" type="pic"/>
          </p:nvPr>
        </p:nvSpPr>
        <p:spPr>
          <a:xfrm>
            <a:off x="7542450" y="228600"/>
            <a:ext cx="1370400" cy="1357500"/>
          </a:xfrm>
          <a:prstGeom prst="roundRect">
            <a:avLst>
              <a:gd fmla="val 16935" name="adj"/>
            </a:avLst>
          </a:prstGeom>
          <a:noFill/>
          <a:ln>
            <a:noFill/>
          </a:ln>
        </p:spPr>
      </p:sp>
      <p:sp>
        <p:nvSpPr>
          <p:cNvPr id="153" name="Google Shape;153;p20"/>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4" name="Google Shape;154;p20"/>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5" name="Google Shape;155;p20"/>
          <p:cNvSpPr/>
          <p:nvPr>
            <p:ph idx="16" type="pic"/>
          </p:nvPr>
        </p:nvSpPr>
        <p:spPr>
          <a:xfrm>
            <a:off x="4618950" y="2295725"/>
            <a:ext cx="1370400" cy="1357500"/>
          </a:xfrm>
          <a:prstGeom prst="roundRect">
            <a:avLst>
              <a:gd fmla="val 16935" name="adj"/>
            </a:avLst>
          </a:prstGeom>
          <a:noFill/>
          <a:ln>
            <a:noFill/>
          </a:ln>
        </p:spPr>
      </p:sp>
      <p:sp>
        <p:nvSpPr>
          <p:cNvPr id="156" name="Google Shape;156;p20"/>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7" name="Google Shape;157;p20"/>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8" name="Google Shape;158;p20"/>
          <p:cNvSpPr/>
          <p:nvPr>
            <p:ph idx="19" type="pic"/>
          </p:nvPr>
        </p:nvSpPr>
        <p:spPr>
          <a:xfrm>
            <a:off x="6080700" y="2295725"/>
            <a:ext cx="1370400" cy="1357500"/>
          </a:xfrm>
          <a:prstGeom prst="roundRect">
            <a:avLst>
              <a:gd fmla="val 16935" name="adj"/>
            </a:avLst>
          </a:prstGeom>
          <a:noFill/>
          <a:ln>
            <a:noFill/>
          </a:ln>
        </p:spPr>
      </p:sp>
      <p:sp>
        <p:nvSpPr>
          <p:cNvPr id="159" name="Google Shape;159;p20"/>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0" name="Google Shape;160;p20"/>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61" name="Google Shape;161;p20"/>
          <p:cNvSpPr/>
          <p:nvPr>
            <p:ph idx="22" type="pic"/>
          </p:nvPr>
        </p:nvSpPr>
        <p:spPr>
          <a:xfrm>
            <a:off x="7542450" y="2295725"/>
            <a:ext cx="1370400" cy="1357500"/>
          </a:xfrm>
          <a:prstGeom prst="roundRect">
            <a:avLst>
              <a:gd fmla="val 16935" name="adj"/>
            </a:avLst>
          </a:prstGeom>
          <a:noFill/>
          <a:ln>
            <a:noFill/>
          </a:ln>
        </p:spPr>
      </p:sp>
      <p:sp>
        <p:nvSpPr>
          <p:cNvPr id="162" name="Google Shape;162;p20"/>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3" name="Google Shape;163;p20"/>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64" name="Google Shape;164;p2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65" name="Google Shape;165;p2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6" name="Google Shape;166;p2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67" name="Shape 167"/>
        <p:cNvGrpSpPr/>
        <p:nvPr/>
      </p:nvGrpSpPr>
      <p:grpSpPr>
        <a:xfrm>
          <a:off x="0" y="0"/>
          <a:ext cx="0" cy="0"/>
          <a:chOff x="0" y="0"/>
          <a:chExt cx="0" cy="0"/>
        </a:xfrm>
      </p:grpSpPr>
      <p:sp>
        <p:nvSpPr>
          <p:cNvPr id="168" name="Google Shape;168;p21"/>
          <p:cNvSpPr/>
          <p:nvPr>
            <p:ph idx="2" type="pic"/>
          </p:nvPr>
        </p:nvSpPr>
        <p:spPr>
          <a:xfrm>
            <a:off x="9425" y="-3075"/>
            <a:ext cx="9144000" cy="4641000"/>
          </a:xfrm>
          <a:prstGeom prst="rect">
            <a:avLst/>
          </a:prstGeom>
          <a:noFill/>
          <a:ln>
            <a:noFill/>
          </a:ln>
        </p:spPr>
      </p:sp>
      <p:sp>
        <p:nvSpPr>
          <p:cNvPr id="169" name="Google Shape;169;p21"/>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70" name="Google Shape;170;p21"/>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71" name="Google Shape;171;p21"/>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2" name="Google Shape;172;p21"/>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3" name="Google Shape;173;p21"/>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74" name="Google Shape;174;p2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75" name="Google Shape;175;p2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6" name="Google Shape;176;p2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77" name="Shape 177"/>
        <p:cNvGrpSpPr/>
        <p:nvPr/>
      </p:nvGrpSpPr>
      <p:grpSpPr>
        <a:xfrm>
          <a:off x="0" y="0"/>
          <a:ext cx="0" cy="0"/>
          <a:chOff x="0" y="0"/>
          <a:chExt cx="0" cy="0"/>
        </a:xfrm>
      </p:grpSpPr>
      <p:sp>
        <p:nvSpPr>
          <p:cNvPr id="178" name="Google Shape;178;p22"/>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9" name="Google Shape;179;p22"/>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80" name="Google Shape;180;p2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81" name="Google Shape;181;p22"/>
          <p:cNvGrpSpPr/>
          <p:nvPr/>
        </p:nvGrpSpPr>
        <p:grpSpPr>
          <a:xfrm rot="5400000">
            <a:off x="8691475" y="228504"/>
            <a:ext cx="228589" cy="228623"/>
            <a:chOff x="1688332" y="4135245"/>
            <a:chExt cx="338700" cy="338700"/>
          </a:xfrm>
        </p:grpSpPr>
        <p:sp>
          <p:nvSpPr>
            <p:cNvPr id="182" name="Google Shape;182;p22"/>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83" name="Google Shape;183;p22"/>
            <p:cNvGrpSpPr/>
            <p:nvPr/>
          </p:nvGrpSpPr>
          <p:grpSpPr>
            <a:xfrm rot="-5400000">
              <a:off x="1787014" y="4262191"/>
              <a:ext cx="169598" cy="84809"/>
              <a:chOff x="498725" y="2069800"/>
              <a:chExt cx="205200" cy="102600"/>
            </a:xfrm>
          </p:grpSpPr>
          <p:cxnSp>
            <p:nvCxnSpPr>
              <p:cNvPr id="184" name="Google Shape;184;p22"/>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85" name="Google Shape;185;p22"/>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86" name="Google Shape;186;p22"/>
          <p:cNvSpPr/>
          <p:nvPr>
            <p:ph idx="4" type="pic"/>
          </p:nvPr>
        </p:nvSpPr>
        <p:spPr>
          <a:xfrm>
            <a:off x="426700" y="1896600"/>
            <a:ext cx="665400" cy="685500"/>
          </a:xfrm>
          <a:prstGeom prst="roundRect">
            <a:avLst>
              <a:gd fmla="val 17601" name="adj"/>
            </a:avLst>
          </a:prstGeom>
          <a:noFill/>
          <a:ln>
            <a:noFill/>
          </a:ln>
        </p:spPr>
      </p:sp>
      <p:sp>
        <p:nvSpPr>
          <p:cNvPr id="187" name="Google Shape;187;p22"/>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88" name="Google Shape;188;p22"/>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89" name="Google Shape;189;p22"/>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0" name="Google Shape;190;p22"/>
          <p:cNvSpPr/>
          <p:nvPr>
            <p:ph idx="8" type="pic"/>
          </p:nvPr>
        </p:nvSpPr>
        <p:spPr>
          <a:xfrm>
            <a:off x="2621800" y="1896600"/>
            <a:ext cx="665400" cy="685500"/>
          </a:xfrm>
          <a:prstGeom prst="roundRect">
            <a:avLst>
              <a:gd fmla="val 17601" name="adj"/>
            </a:avLst>
          </a:prstGeom>
          <a:noFill/>
          <a:ln>
            <a:noFill/>
          </a:ln>
        </p:spPr>
      </p:sp>
      <p:sp>
        <p:nvSpPr>
          <p:cNvPr id="191" name="Google Shape;191;p22"/>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2" name="Google Shape;192;p22"/>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3" name="Google Shape;193;p22"/>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4" name="Google Shape;194;p22"/>
          <p:cNvSpPr/>
          <p:nvPr>
            <p:ph idx="15" type="pic"/>
          </p:nvPr>
        </p:nvSpPr>
        <p:spPr>
          <a:xfrm>
            <a:off x="4816900" y="1896600"/>
            <a:ext cx="665400" cy="685500"/>
          </a:xfrm>
          <a:prstGeom prst="roundRect">
            <a:avLst>
              <a:gd fmla="val 17601" name="adj"/>
            </a:avLst>
          </a:prstGeom>
          <a:noFill/>
          <a:ln>
            <a:noFill/>
          </a:ln>
        </p:spPr>
      </p:sp>
      <p:sp>
        <p:nvSpPr>
          <p:cNvPr id="195" name="Google Shape;195;p22"/>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6" name="Google Shape;196;p22"/>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7" name="Google Shape;197;p22"/>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8" name="Google Shape;198;p22"/>
          <p:cNvSpPr/>
          <p:nvPr>
            <p:ph idx="19" type="pic"/>
          </p:nvPr>
        </p:nvSpPr>
        <p:spPr>
          <a:xfrm>
            <a:off x="7012000" y="1896600"/>
            <a:ext cx="665400" cy="685500"/>
          </a:xfrm>
          <a:prstGeom prst="roundRect">
            <a:avLst>
              <a:gd fmla="val 17601" name="adj"/>
            </a:avLst>
          </a:prstGeom>
          <a:noFill/>
          <a:ln>
            <a:noFill/>
          </a:ln>
        </p:spPr>
      </p:sp>
      <p:sp>
        <p:nvSpPr>
          <p:cNvPr id="199" name="Google Shape;199;p22"/>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200" name="Google Shape;200;p22"/>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1" name="Google Shape;201;p22"/>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202" name="Google Shape;202;p2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3" name="Google Shape;203;p2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4" name="Google Shape;204;p2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205" name="Shape 205"/>
        <p:cNvGrpSpPr/>
        <p:nvPr/>
      </p:nvGrpSpPr>
      <p:grpSpPr>
        <a:xfrm>
          <a:off x="0" y="0"/>
          <a:ext cx="0" cy="0"/>
          <a:chOff x="0" y="0"/>
          <a:chExt cx="0" cy="0"/>
        </a:xfrm>
      </p:grpSpPr>
      <p:pic>
        <p:nvPicPr>
          <p:cNvPr descr="Oval black shapes against a shadowy background. " id="206" name="Google Shape;206;p23"/>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207" name="Google Shape;207;p23"/>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8" name="Google Shape;208;p2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9" name="Google Shape;209;p2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0" name="Google Shape;210;p2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1" name="Google Shape;211;p23"/>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212" name="Google Shape;212;p2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213" name="Google Shape;213;p23"/>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214" name="Google Shape;214;p23"/>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215" name="Google Shape;215;p2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6" name="Google Shape;216;p2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217" name="Shape 217"/>
        <p:cNvGrpSpPr/>
        <p:nvPr/>
      </p:nvGrpSpPr>
      <p:grpSpPr>
        <a:xfrm>
          <a:off x="0" y="0"/>
          <a:ext cx="0" cy="0"/>
          <a:chOff x="0" y="0"/>
          <a:chExt cx="0" cy="0"/>
        </a:xfrm>
      </p:grpSpPr>
      <p:sp>
        <p:nvSpPr>
          <p:cNvPr id="218" name="Google Shape;218;p24"/>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219" name="Google Shape;219;p24"/>
          <p:cNvSpPr/>
          <p:nvPr>
            <p:ph idx="2" type="pic"/>
          </p:nvPr>
        </p:nvSpPr>
        <p:spPr>
          <a:xfrm>
            <a:off x="5342000" y="457200"/>
            <a:ext cx="3573300" cy="3995400"/>
          </a:xfrm>
          <a:prstGeom prst="roundRect">
            <a:avLst>
              <a:gd fmla="val 6865" name="adj"/>
            </a:avLst>
          </a:prstGeom>
          <a:noFill/>
          <a:ln>
            <a:noFill/>
          </a:ln>
        </p:spPr>
      </p:sp>
      <p:sp>
        <p:nvSpPr>
          <p:cNvPr id="220" name="Google Shape;220;p24"/>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1" name="Google Shape;221;p24"/>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2" name="Google Shape;222;p24"/>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3" name="Google Shape;223;p24"/>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224" name="Google Shape;224;p24"/>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225" name="Google Shape;225;p2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6" name="Google Shape;226;p2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7" name="Google Shape;227;p2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228" name="Shape 228"/>
        <p:cNvGrpSpPr/>
        <p:nvPr/>
      </p:nvGrpSpPr>
      <p:grpSpPr>
        <a:xfrm>
          <a:off x="0" y="0"/>
          <a:ext cx="0" cy="0"/>
          <a:chOff x="0" y="0"/>
          <a:chExt cx="0" cy="0"/>
        </a:xfrm>
      </p:grpSpPr>
      <p:sp>
        <p:nvSpPr>
          <p:cNvPr id="229" name="Google Shape;229;p25"/>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230" name="Google Shape;230;p25"/>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1" name="Google Shape;231;p25"/>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2" name="Google Shape;232;p25"/>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33" name="Google Shape;233;p25"/>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4" name="Google Shape;234;p25"/>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5" name="Google Shape;235;p25"/>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236" name="Google Shape;236;p25"/>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7" name="Google Shape;237;p25"/>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8" name="Google Shape;238;p25"/>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39" name="Google Shape;239;p25"/>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0" name="Google Shape;240;p25"/>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41" name="Google Shape;241;p2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242" name="Google Shape;242;p25"/>
          <p:cNvGrpSpPr/>
          <p:nvPr/>
        </p:nvGrpSpPr>
        <p:grpSpPr>
          <a:xfrm rot="-5400000">
            <a:off x="4794488" y="4206993"/>
            <a:ext cx="141588" cy="73485"/>
            <a:chOff x="498725" y="2069800"/>
            <a:chExt cx="205200" cy="106500"/>
          </a:xfrm>
        </p:grpSpPr>
        <p:cxnSp>
          <p:nvCxnSpPr>
            <p:cNvPr id="243" name="Google Shape;243;p25"/>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244" name="Google Shape;244;p25"/>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45" name="Google Shape;245;p2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6" name="Google Shape;246;p2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47" name="Shape 247"/>
        <p:cNvGrpSpPr/>
        <p:nvPr/>
      </p:nvGrpSpPr>
      <p:grpSpPr>
        <a:xfrm>
          <a:off x="0" y="0"/>
          <a:ext cx="0" cy="0"/>
          <a:chOff x="0" y="0"/>
          <a:chExt cx="0" cy="0"/>
        </a:xfrm>
      </p:grpSpPr>
      <p:sp>
        <p:nvSpPr>
          <p:cNvPr id="248" name="Google Shape;248;p26"/>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49" name="Google Shape;249;p2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0" name="Google Shape;250;p2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1" name="Google Shape;251;p2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2" name="Google Shape;252;p2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26"/>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4" name="Google Shape;254;p26"/>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5" name="Google Shape;255;p26"/>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6" name="Google Shape;256;p26"/>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7" name="Google Shape;257;p26"/>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8" name="Google Shape;258;p26"/>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9" name="Google Shape;259;p26"/>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0" name="Google Shape;260;p26"/>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1" name="Google Shape;261;p26"/>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2" name="Google Shape;262;p26"/>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3" name="Google Shape;263;p26"/>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4" name="Google Shape;264;p26"/>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5" name="Google Shape;265;p2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2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67"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69" name="Google Shape;269;p2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70" name="Google Shape;270;p2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1" name="Google Shape;271;p2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2" name="Google Shape;272;p2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3" name="Google Shape;273;p27"/>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74" name="Google Shape;274;p27"/>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5" name="Google Shape;275;p27"/>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6" name="Google Shape;276;p27"/>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77" name="Google Shape;277;p27"/>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8" name="Google Shape;278;p27"/>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9" name="Google Shape;279;p27"/>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0" name="Google Shape;280;p27"/>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1" name="Google Shape;281;p27"/>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2" name="Google Shape;282;p27"/>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3" name="Google Shape;283;p27"/>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4" name="Google Shape;284;p27"/>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5" name="Google Shape;285;p27"/>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6" name="Google Shape;286;p27"/>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87" name="Google Shape;287;p2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8" name="Google Shape;288;p2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89" name="Shape 289"/>
        <p:cNvGrpSpPr/>
        <p:nvPr/>
      </p:nvGrpSpPr>
      <p:grpSpPr>
        <a:xfrm>
          <a:off x="0" y="0"/>
          <a:ext cx="0" cy="0"/>
          <a:chOff x="0" y="0"/>
          <a:chExt cx="0" cy="0"/>
        </a:xfrm>
      </p:grpSpPr>
      <p:sp>
        <p:nvSpPr>
          <p:cNvPr id="290" name="Google Shape;290;p28"/>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91" name="Google Shape;291;p28"/>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92" name="Google Shape;292;p2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3" name="Google Shape;293;p2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4" name="Google Shape;294;p2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5" name="Google Shape;295;p2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6" name="Google Shape;296;p28"/>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97" name="Google Shape;297;p28"/>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98" name="Google Shape;298;p28"/>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99" name="Google Shape;299;p28"/>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300" name="Google Shape;300;p28"/>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301" name="Google Shape;301;p2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2" name="Google Shape;302;p2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303" name="Shape 303"/>
        <p:cNvGrpSpPr/>
        <p:nvPr/>
      </p:nvGrpSpPr>
      <p:grpSpPr>
        <a:xfrm>
          <a:off x="0" y="0"/>
          <a:ext cx="0" cy="0"/>
          <a:chOff x="0" y="0"/>
          <a:chExt cx="0" cy="0"/>
        </a:xfrm>
      </p:grpSpPr>
      <p:sp>
        <p:nvSpPr>
          <p:cNvPr id="304" name="Google Shape;304;p2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5" name="Google Shape;305;p2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6" name="Google Shape;306;p2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07" name="Google Shape;307;p2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08" name="Google Shape;308;p29"/>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9" name="Google Shape;309;p29"/>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0" name="Google Shape;310;p29"/>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1" name="Google Shape;311;p29"/>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2" name="Google Shape;312;p29"/>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313" name="Google Shape;313;p29"/>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314" name="Google Shape;314;p29"/>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315" name="Google Shape;315;p29"/>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16" name="Google Shape;316;p29"/>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317" name="Google Shape;317;p29"/>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318" name="Google Shape;318;p29"/>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319" name="Google Shape;319;p29"/>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0" name="Google Shape;320;p29"/>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21" name="Google Shape;321;p29"/>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2" name="Google Shape;322;p29"/>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3" name="Google Shape;323;p29"/>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4" name="Google Shape;324;p29"/>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5" name="Google Shape;325;p29"/>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26" name="Google Shape;326;p29"/>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7" name="Google Shape;327;p29"/>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8" name="Google Shape;328;p29"/>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9" name="Google Shape;329;p29"/>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30" name="Google Shape;330;p29"/>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31" name="Google Shape;331;p2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32" name="Google Shape;332;p2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333" name="Shape 333"/>
        <p:cNvGrpSpPr/>
        <p:nvPr/>
      </p:nvGrpSpPr>
      <p:grpSpPr>
        <a:xfrm>
          <a:off x="0" y="0"/>
          <a:ext cx="0" cy="0"/>
          <a:chOff x="0" y="0"/>
          <a:chExt cx="0" cy="0"/>
        </a:xfrm>
      </p:grpSpPr>
      <p:sp>
        <p:nvSpPr>
          <p:cNvPr id="334" name="Google Shape;334;p30"/>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35" name="Google Shape;335;p30"/>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6" name="Google Shape;336;p30"/>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37" name="Google Shape;337;p30"/>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8" name="Google Shape;338;p30"/>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39" name="Google Shape;339;p30"/>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40" name="Google Shape;340;p30"/>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1" name="Google Shape;341;p30"/>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2" name="Google Shape;342;p30"/>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43" name="Google Shape;343;p3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44" name="Google Shape;344;p30"/>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45" name="Google Shape;345;p30"/>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6" name="Google Shape;346;p30"/>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47" name="Google Shape;347;p30"/>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8" name="Google Shape;348;p30"/>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9" name="Google Shape;349;p30"/>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0" name="Google Shape;350;p30"/>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1" name="Google Shape;351;p30"/>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2" name="Google Shape;352;p30"/>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3" name="Google Shape;353;p30"/>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54" name="Google Shape;354;p30"/>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5" name="Google Shape;355;p30"/>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6" name="Google Shape;356;p30"/>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7" name="Google Shape;357;p30"/>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8" name="Google Shape;358;p30"/>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59" name="Google Shape;359;p3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0" name="Google Shape;360;p3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61" name="Shape 361"/>
        <p:cNvGrpSpPr/>
        <p:nvPr/>
      </p:nvGrpSpPr>
      <p:grpSpPr>
        <a:xfrm>
          <a:off x="0" y="0"/>
          <a:ext cx="0" cy="0"/>
          <a:chOff x="0" y="0"/>
          <a:chExt cx="0" cy="0"/>
        </a:xfrm>
      </p:grpSpPr>
      <p:sp>
        <p:nvSpPr>
          <p:cNvPr id="362" name="Google Shape;362;p31"/>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3" name="Google Shape;363;p31"/>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4" name="Google Shape;364;p31"/>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65" name="Google Shape;365;p3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66" name="Google Shape;366;p3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7" name="Google Shape;367;p3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8" name="Google Shape;368;p31"/>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31"/>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0" name="Google Shape;370;p31"/>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1" name="Google Shape;371;p31"/>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2" name="Google Shape;372;p31"/>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73" name="Google Shape;373;p31"/>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4" name="Google Shape;374;p31"/>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5" name="Google Shape;375;p31"/>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6" name="Google Shape;376;p31"/>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7" name="Google Shape;377;p31"/>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8" name="Shape 378"/>
        <p:cNvGrpSpPr/>
        <p:nvPr/>
      </p:nvGrpSpPr>
      <p:grpSpPr>
        <a:xfrm>
          <a:off x="0" y="0"/>
          <a:ext cx="0" cy="0"/>
          <a:chOff x="0" y="0"/>
          <a:chExt cx="0" cy="0"/>
        </a:xfrm>
      </p:grpSpPr>
      <p:sp>
        <p:nvSpPr>
          <p:cNvPr id="379" name="Google Shape;379;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0" name="Google Shape;380;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1" name="Shape 381"/>
        <p:cNvGrpSpPr/>
        <p:nvPr/>
      </p:nvGrpSpPr>
      <p:grpSpPr>
        <a:xfrm>
          <a:off x="0" y="0"/>
          <a:ext cx="0" cy="0"/>
          <a:chOff x="0" y="0"/>
          <a:chExt cx="0" cy="0"/>
        </a:xfrm>
      </p:grpSpPr>
      <p:sp>
        <p:nvSpPr>
          <p:cNvPr id="382" name="Google Shape;382;p3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3" name="Shape 383"/>
        <p:cNvGrpSpPr/>
        <p:nvPr/>
      </p:nvGrpSpPr>
      <p:grpSpPr>
        <a:xfrm>
          <a:off x="0" y="0"/>
          <a:ext cx="0" cy="0"/>
          <a:chOff x="0" y="0"/>
          <a:chExt cx="0" cy="0"/>
        </a:xfrm>
      </p:grpSpPr>
      <p:sp>
        <p:nvSpPr>
          <p:cNvPr id="384" name="Google Shape;384;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5" name="Google Shape;385;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6" name="Shape 386"/>
        <p:cNvGrpSpPr/>
        <p:nvPr/>
      </p:nvGrpSpPr>
      <p:grpSpPr>
        <a:xfrm>
          <a:off x="0" y="0"/>
          <a:ext cx="0" cy="0"/>
          <a:chOff x="0" y="0"/>
          <a:chExt cx="0" cy="0"/>
        </a:xfrm>
      </p:grpSpPr>
      <p:sp>
        <p:nvSpPr>
          <p:cNvPr id="387" name="Google Shape;38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3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9" name="Google Shape;389;p3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0" name="Shape 390"/>
        <p:cNvGrpSpPr/>
        <p:nvPr/>
      </p:nvGrpSpPr>
      <p:grpSpPr>
        <a:xfrm>
          <a:off x="0" y="0"/>
          <a:ext cx="0" cy="0"/>
          <a:chOff x="0" y="0"/>
          <a:chExt cx="0" cy="0"/>
        </a:xfrm>
      </p:grpSpPr>
      <p:sp>
        <p:nvSpPr>
          <p:cNvPr id="391" name="Google Shape;39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2" name="Shape 392"/>
        <p:cNvGrpSpPr/>
        <p:nvPr/>
      </p:nvGrpSpPr>
      <p:grpSpPr>
        <a:xfrm>
          <a:off x="0" y="0"/>
          <a:ext cx="0" cy="0"/>
          <a:chOff x="0" y="0"/>
          <a:chExt cx="0" cy="0"/>
        </a:xfrm>
      </p:grpSpPr>
      <p:sp>
        <p:nvSpPr>
          <p:cNvPr id="393" name="Google Shape;393;p3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4" name="Google Shape;394;p3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5" name="Shape 395"/>
        <p:cNvGrpSpPr/>
        <p:nvPr/>
      </p:nvGrpSpPr>
      <p:grpSpPr>
        <a:xfrm>
          <a:off x="0" y="0"/>
          <a:ext cx="0" cy="0"/>
          <a:chOff x="0" y="0"/>
          <a:chExt cx="0" cy="0"/>
        </a:xfrm>
      </p:grpSpPr>
      <p:sp>
        <p:nvSpPr>
          <p:cNvPr id="396" name="Google Shape;396;p3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7" name="Shape 397"/>
        <p:cNvGrpSpPr/>
        <p:nvPr/>
      </p:nvGrpSpPr>
      <p:grpSpPr>
        <a:xfrm>
          <a:off x="0" y="0"/>
          <a:ext cx="0" cy="0"/>
          <a:chOff x="0" y="0"/>
          <a:chExt cx="0" cy="0"/>
        </a:xfrm>
      </p:grpSpPr>
      <p:sp>
        <p:nvSpPr>
          <p:cNvPr id="398" name="Google Shape;398;p3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9" name="Google Shape;399;p3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0" name="Google Shape;400;p3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1" name="Shape 401"/>
        <p:cNvGrpSpPr/>
        <p:nvPr/>
      </p:nvGrpSpPr>
      <p:grpSpPr>
        <a:xfrm>
          <a:off x="0" y="0"/>
          <a:ext cx="0" cy="0"/>
          <a:chOff x="0" y="0"/>
          <a:chExt cx="0" cy="0"/>
        </a:xfrm>
      </p:grpSpPr>
      <p:sp>
        <p:nvSpPr>
          <p:cNvPr id="402" name="Google Shape;402;p4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3" name="Shape 403"/>
        <p:cNvGrpSpPr/>
        <p:nvPr/>
      </p:nvGrpSpPr>
      <p:grpSpPr>
        <a:xfrm>
          <a:off x="0" y="0"/>
          <a:ext cx="0" cy="0"/>
          <a:chOff x="0" y="0"/>
          <a:chExt cx="0" cy="0"/>
        </a:xfrm>
      </p:grpSpPr>
      <p:sp>
        <p:nvSpPr>
          <p:cNvPr id="404" name="Google Shape;404;p4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5" name="Google Shape;405;p4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6" name="Shape 406"/>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7" name="Shape 407"/>
        <p:cNvGrpSpPr/>
        <p:nvPr/>
      </p:nvGrpSpPr>
      <p:grpSpPr>
        <a:xfrm>
          <a:off x="0" y="0"/>
          <a:ext cx="0" cy="0"/>
          <a:chOff x="0" y="0"/>
          <a:chExt cx="0" cy="0"/>
        </a:xfrm>
      </p:grpSpPr>
      <p:sp>
        <p:nvSpPr>
          <p:cNvPr id="408" name="Google Shape;408;p4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9" name="Google Shape;409;p4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4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4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4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4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5" name="Shape 415"/>
        <p:cNvGrpSpPr/>
        <p:nvPr/>
      </p:nvGrpSpPr>
      <p:grpSpPr>
        <a:xfrm>
          <a:off x="0" y="0"/>
          <a:ext cx="0" cy="0"/>
          <a:chOff x="0" y="0"/>
          <a:chExt cx="0" cy="0"/>
        </a:xfrm>
      </p:grpSpPr>
      <p:sp>
        <p:nvSpPr>
          <p:cNvPr id="416" name="Google Shape;416;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4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8" name="Google Shape;418;p4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19" name="Shape 419"/>
        <p:cNvGrpSpPr/>
        <p:nvPr/>
      </p:nvGrpSpPr>
      <p:grpSpPr>
        <a:xfrm>
          <a:off x="0" y="0"/>
          <a:ext cx="0" cy="0"/>
          <a:chOff x="0" y="0"/>
          <a:chExt cx="0" cy="0"/>
        </a:xfrm>
      </p:grpSpPr>
      <p:sp>
        <p:nvSpPr>
          <p:cNvPr id="420" name="Google Shape;420;p4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1" name="Google Shape;421;p4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2" name="Google Shape;422;p4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4" name="Google Shape;424;p4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5" name="Shape 425"/>
        <p:cNvGrpSpPr/>
        <p:nvPr/>
      </p:nvGrpSpPr>
      <p:grpSpPr>
        <a:xfrm>
          <a:off x="0" y="0"/>
          <a:ext cx="0" cy="0"/>
          <a:chOff x="0" y="0"/>
          <a:chExt cx="0" cy="0"/>
        </a:xfrm>
      </p:grpSpPr>
      <p:sp>
        <p:nvSpPr>
          <p:cNvPr id="426" name="Google Shape;426;p4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7" name="Google Shape;427;p4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4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9" name="Google Shape;429;p4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4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4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4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3" name="Shape 433"/>
        <p:cNvGrpSpPr/>
        <p:nvPr/>
      </p:nvGrpSpPr>
      <p:grpSpPr>
        <a:xfrm>
          <a:off x="0" y="0"/>
          <a:ext cx="0" cy="0"/>
          <a:chOff x="0" y="0"/>
          <a:chExt cx="0" cy="0"/>
        </a:xfrm>
      </p:grpSpPr>
      <p:sp>
        <p:nvSpPr>
          <p:cNvPr id="434" name="Google Shape;434;p4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5" name="Google Shape;435;p4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4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4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9" name="Google Shape;439;p4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0" name="Google Shape;440;p4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4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4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3" name="Shape 443"/>
        <p:cNvGrpSpPr/>
        <p:nvPr/>
      </p:nvGrpSpPr>
      <p:grpSpPr>
        <a:xfrm>
          <a:off x="0" y="0"/>
          <a:ext cx="0" cy="0"/>
          <a:chOff x="0" y="0"/>
          <a:chExt cx="0" cy="0"/>
        </a:xfrm>
      </p:grpSpPr>
      <p:sp>
        <p:nvSpPr>
          <p:cNvPr id="444" name="Google Shape;444;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5" name="Google Shape;445;p4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6" name="Shape 446"/>
        <p:cNvGrpSpPr/>
        <p:nvPr/>
      </p:nvGrpSpPr>
      <p:grpSpPr>
        <a:xfrm>
          <a:off x="0" y="0"/>
          <a:ext cx="0" cy="0"/>
          <a:chOff x="0" y="0"/>
          <a:chExt cx="0" cy="0"/>
        </a:xfrm>
      </p:grpSpPr>
      <p:sp>
        <p:nvSpPr>
          <p:cNvPr id="447" name="Google Shape;447;p4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8" name="Google Shape;448;p49"/>
          <p:cNvSpPr/>
          <p:nvPr>
            <p:ph idx="2" type="pic"/>
          </p:nvPr>
        </p:nvSpPr>
        <p:spPr>
          <a:xfrm>
            <a:off x="4804825" y="1133300"/>
            <a:ext cx="4027500" cy="2392800"/>
          </a:xfrm>
          <a:prstGeom prst="rect">
            <a:avLst/>
          </a:prstGeom>
          <a:noFill/>
          <a:ln>
            <a:noFill/>
          </a:ln>
        </p:spPr>
      </p:sp>
      <p:sp>
        <p:nvSpPr>
          <p:cNvPr id="449" name="Google Shape;449;p49"/>
          <p:cNvSpPr/>
          <p:nvPr>
            <p:ph idx="3" type="pic"/>
          </p:nvPr>
        </p:nvSpPr>
        <p:spPr>
          <a:xfrm>
            <a:off x="311725" y="1133300"/>
            <a:ext cx="4027500" cy="2392800"/>
          </a:xfrm>
          <a:prstGeom prst="rect">
            <a:avLst/>
          </a:prstGeom>
          <a:noFill/>
          <a:ln>
            <a:noFill/>
          </a:ln>
        </p:spPr>
      </p:sp>
      <p:sp>
        <p:nvSpPr>
          <p:cNvPr id="450" name="Google Shape;450;p4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1" name="Google Shape;451;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2" name="Google Shape;452;p4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3" name="Google Shape;453;p4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4" name="Shape 454"/>
        <p:cNvGrpSpPr/>
        <p:nvPr/>
      </p:nvGrpSpPr>
      <p:grpSpPr>
        <a:xfrm>
          <a:off x="0" y="0"/>
          <a:ext cx="0" cy="0"/>
          <a:chOff x="0" y="0"/>
          <a:chExt cx="0" cy="0"/>
        </a:xfrm>
      </p:grpSpPr>
      <p:sp>
        <p:nvSpPr>
          <p:cNvPr id="455" name="Google Shape;455;p5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6" name="Google Shape;456;p50"/>
          <p:cNvSpPr/>
          <p:nvPr>
            <p:ph idx="2" type="pic"/>
          </p:nvPr>
        </p:nvSpPr>
        <p:spPr>
          <a:xfrm>
            <a:off x="6205225" y="1128325"/>
            <a:ext cx="2627100" cy="2273100"/>
          </a:xfrm>
          <a:prstGeom prst="rect">
            <a:avLst/>
          </a:prstGeom>
          <a:noFill/>
          <a:ln>
            <a:noFill/>
          </a:ln>
        </p:spPr>
      </p:sp>
      <p:sp>
        <p:nvSpPr>
          <p:cNvPr id="457" name="Google Shape;457;p50"/>
          <p:cNvSpPr/>
          <p:nvPr>
            <p:ph idx="3" type="pic"/>
          </p:nvPr>
        </p:nvSpPr>
        <p:spPr>
          <a:xfrm>
            <a:off x="311725" y="1128325"/>
            <a:ext cx="2627100" cy="2273100"/>
          </a:xfrm>
          <a:prstGeom prst="rect">
            <a:avLst/>
          </a:prstGeom>
          <a:noFill/>
          <a:ln>
            <a:noFill/>
          </a:ln>
        </p:spPr>
      </p:sp>
      <p:sp>
        <p:nvSpPr>
          <p:cNvPr id="458" name="Google Shape;458;p5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50"/>
          <p:cNvSpPr/>
          <p:nvPr>
            <p:ph idx="5" type="pic"/>
          </p:nvPr>
        </p:nvSpPr>
        <p:spPr>
          <a:xfrm>
            <a:off x="3255250" y="1128325"/>
            <a:ext cx="2627100" cy="2273100"/>
          </a:xfrm>
          <a:prstGeom prst="rect">
            <a:avLst/>
          </a:prstGeom>
          <a:noFill/>
          <a:ln>
            <a:noFill/>
          </a:ln>
        </p:spPr>
      </p:sp>
      <p:sp>
        <p:nvSpPr>
          <p:cNvPr id="460" name="Google Shape;460;p5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1" name="Google Shape;461;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2" name="Google Shape;462;p5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3" name="Google Shape;463;p5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5" name="Shape 465"/>
        <p:cNvGrpSpPr/>
        <p:nvPr/>
      </p:nvGrpSpPr>
      <p:grpSpPr>
        <a:xfrm>
          <a:off x="0" y="0"/>
          <a:ext cx="0" cy="0"/>
          <a:chOff x="0" y="0"/>
          <a:chExt cx="0" cy="0"/>
        </a:xfrm>
      </p:grpSpPr>
      <p:sp>
        <p:nvSpPr>
          <p:cNvPr id="466" name="Google Shape;466;p5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7" name="Shape 467"/>
        <p:cNvGrpSpPr/>
        <p:nvPr/>
      </p:nvGrpSpPr>
      <p:grpSpPr>
        <a:xfrm>
          <a:off x="0" y="0"/>
          <a:ext cx="0" cy="0"/>
          <a:chOff x="0" y="0"/>
          <a:chExt cx="0" cy="0"/>
        </a:xfrm>
      </p:grpSpPr>
      <p:sp>
        <p:nvSpPr>
          <p:cNvPr id="468" name="Google Shape;468;p52"/>
          <p:cNvSpPr/>
          <p:nvPr>
            <p:ph idx="2" type="pic"/>
          </p:nvPr>
        </p:nvSpPr>
        <p:spPr>
          <a:xfrm>
            <a:off x="3389600" y="118913"/>
            <a:ext cx="1643700" cy="1535100"/>
          </a:xfrm>
          <a:prstGeom prst="rect">
            <a:avLst/>
          </a:prstGeom>
          <a:noFill/>
          <a:ln>
            <a:noFill/>
          </a:ln>
        </p:spPr>
      </p:sp>
      <p:sp>
        <p:nvSpPr>
          <p:cNvPr id="469" name="Google Shape;469;p52"/>
          <p:cNvSpPr/>
          <p:nvPr>
            <p:ph idx="3" type="pic"/>
          </p:nvPr>
        </p:nvSpPr>
        <p:spPr>
          <a:xfrm>
            <a:off x="5195935" y="118913"/>
            <a:ext cx="1643700" cy="1535100"/>
          </a:xfrm>
          <a:prstGeom prst="rect">
            <a:avLst/>
          </a:prstGeom>
          <a:noFill/>
          <a:ln>
            <a:noFill/>
          </a:ln>
        </p:spPr>
      </p:sp>
      <p:sp>
        <p:nvSpPr>
          <p:cNvPr id="470" name="Google Shape;470;p52"/>
          <p:cNvSpPr/>
          <p:nvPr>
            <p:ph idx="4" type="pic"/>
          </p:nvPr>
        </p:nvSpPr>
        <p:spPr>
          <a:xfrm>
            <a:off x="7002270" y="118913"/>
            <a:ext cx="1643700" cy="1535100"/>
          </a:xfrm>
          <a:prstGeom prst="rect">
            <a:avLst/>
          </a:prstGeom>
          <a:noFill/>
          <a:ln>
            <a:noFill/>
          </a:ln>
        </p:spPr>
      </p:sp>
      <p:sp>
        <p:nvSpPr>
          <p:cNvPr id="471" name="Google Shape;471;p52"/>
          <p:cNvSpPr/>
          <p:nvPr>
            <p:ph idx="5" type="pic"/>
          </p:nvPr>
        </p:nvSpPr>
        <p:spPr>
          <a:xfrm>
            <a:off x="3389588" y="1804212"/>
            <a:ext cx="1643700" cy="1535100"/>
          </a:xfrm>
          <a:prstGeom prst="rect">
            <a:avLst/>
          </a:prstGeom>
          <a:noFill/>
          <a:ln>
            <a:noFill/>
          </a:ln>
        </p:spPr>
      </p:sp>
      <p:sp>
        <p:nvSpPr>
          <p:cNvPr id="472" name="Google Shape;472;p52"/>
          <p:cNvSpPr/>
          <p:nvPr>
            <p:ph idx="6" type="pic"/>
          </p:nvPr>
        </p:nvSpPr>
        <p:spPr>
          <a:xfrm>
            <a:off x="5195922" y="1804212"/>
            <a:ext cx="1643700" cy="1535100"/>
          </a:xfrm>
          <a:prstGeom prst="rect">
            <a:avLst/>
          </a:prstGeom>
          <a:noFill/>
          <a:ln>
            <a:noFill/>
          </a:ln>
        </p:spPr>
      </p:sp>
      <p:sp>
        <p:nvSpPr>
          <p:cNvPr id="473" name="Google Shape;473;p52"/>
          <p:cNvSpPr/>
          <p:nvPr>
            <p:ph idx="7" type="pic"/>
          </p:nvPr>
        </p:nvSpPr>
        <p:spPr>
          <a:xfrm>
            <a:off x="7002257" y="1804212"/>
            <a:ext cx="1643700" cy="1535100"/>
          </a:xfrm>
          <a:prstGeom prst="rect">
            <a:avLst/>
          </a:prstGeom>
          <a:noFill/>
          <a:ln>
            <a:noFill/>
          </a:ln>
        </p:spPr>
      </p:sp>
      <p:sp>
        <p:nvSpPr>
          <p:cNvPr id="474" name="Google Shape;474;p5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5" name="Google Shape;475;p52"/>
          <p:cNvSpPr/>
          <p:nvPr>
            <p:ph idx="8" type="pic"/>
          </p:nvPr>
        </p:nvSpPr>
        <p:spPr>
          <a:xfrm>
            <a:off x="3389588" y="3489487"/>
            <a:ext cx="1643700" cy="1535100"/>
          </a:xfrm>
          <a:prstGeom prst="rect">
            <a:avLst/>
          </a:prstGeom>
          <a:noFill/>
          <a:ln>
            <a:noFill/>
          </a:ln>
        </p:spPr>
      </p:sp>
      <p:sp>
        <p:nvSpPr>
          <p:cNvPr id="476" name="Google Shape;476;p52"/>
          <p:cNvSpPr/>
          <p:nvPr>
            <p:ph idx="9" type="pic"/>
          </p:nvPr>
        </p:nvSpPr>
        <p:spPr>
          <a:xfrm>
            <a:off x="5195922" y="3489487"/>
            <a:ext cx="1643700" cy="1535100"/>
          </a:xfrm>
          <a:prstGeom prst="rect">
            <a:avLst/>
          </a:prstGeom>
          <a:noFill/>
          <a:ln>
            <a:noFill/>
          </a:ln>
        </p:spPr>
      </p:sp>
      <p:sp>
        <p:nvSpPr>
          <p:cNvPr id="477" name="Google Shape;477;p5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52" name="Google Shape;52;p13"/>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53" name="Google Shape;53;p13"/>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3"/>
          <p:cNvSpPr txBox="1"/>
          <p:nvPr>
            <p:ph type="title"/>
          </p:nvPr>
        </p:nvSpPr>
        <p:spPr>
          <a:xfrm>
            <a:off x="388975" y="856100"/>
            <a:ext cx="6494700" cy="1419000"/>
          </a:xfrm>
          <a:prstGeom prst="rect">
            <a:avLst/>
          </a:prstGeom>
        </p:spPr>
        <p:txBody>
          <a:bodyPr anchorCtr="0" anchor="ctr" bIns="0" lIns="0" spcFirstLastPara="1" rIns="0" wrap="square" tIns="0">
            <a:noAutofit/>
          </a:bodyPr>
          <a:lstStyle/>
          <a:p>
            <a:pPr indent="0" lvl="0" marL="0" rtl="0" algn="ctr">
              <a:spcBef>
                <a:spcPts val="0"/>
              </a:spcBef>
              <a:spcAft>
                <a:spcPts val="0"/>
              </a:spcAft>
              <a:buClr>
                <a:schemeClr val="dk1"/>
              </a:buClr>
              <a:buSzPts val="1100"/>
              <a:buNone/>
            </a:pPr>
            <a:r>
              <a:rPr lang="en">
                <a:solidFill>
                  <a:schemeClr val="lt1"/>
                </a:solidFill>
              </a:rPr>
              <a:t>Traffic Sign Recognition</a:t>
            </a:r>
            <a:endParaRPr>
              <a:solidFill>
                <a:schemeClr val="lt1"/>
              </a:solidFill>
            </a:endParaRPr>
          </a:p>
        </p:txBody>
      </p:sp>
      <p:sp>
        <p:nvSpPr>
          <p:cNvPr id="483" name="Google Shape;483;p53"/>
          <p:cNvSpPr txBox="1"/>
          <p:nvPr>
            <p:ph idx="8" type="subTitle"/>
          </p:nvPr>
        </p:nvSpPr>
        <p:spPr>
          <a:xfrm>
            <a:off x="1223000" y="2840400"/>
            <a:ext cx="4983300" cy="497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900"/>
              <a:t>CV Project </a:t>
            </a:r>
            <a:endParaRPr sz="1900"/>
          </a:p>
          <a:p>
            <a:pPr indent="0" lvl="0" marL="0" rtl="0" algn="l">
              <a:spcBef>
                <a:spcPts val="0"/>
              </a:spcBef>
              <a:spcAft>
                <a:spcPts val="0"/>
              </a:spcAft>
              <a:buNone/>
            </a:pPr>
            <a:r>
              <a:rPr lang="en" sz="1900"/>
              <a:t>Presented by Karim Kayal &amp; Leen Barnieh</a:t>
            </a:r>
            <a:endParaRPr sz="1900"/>
          </a:p>
        </p:txBody>
      </p:sp>
      <p:pic>
        <p:nvPicPr>
          <p:cNvPr descr="Stop sign (Provided by Getty Images)" id="484" name="Google Shape;484;p53"/>
          <p:cNvPicPr preferRelativeResize="0"/>
          <p:nvPr/>
        </p:nvPicPr>
        <p:blipFill>
          <a:blip r:embed="rId3">
            <a:alphaModFix/>
          </a:blip>
          <a:stretch>
            <a:fillRect/>
          </a:stretch>
        </p:blipFill>
        <p:spPr>
          <a:xfrm>
            <a:off x="6963600" y="2179163"/>
            <a:ext cx="1951800" cy="250456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pic>
        <p:nvPicPr>
          <p:cNvPr descr="Road signs, One Way, No Parking Any time, Speed Limit 25, Do Not Enter, Bump, Stop, Slow Children, Detour, Slippery When Wet, All traffic, Yield   Grouped elements   Grayscale (Provided by Getty Images)" id="489" name="Google Shape;489;p54"/>
          <p:cNvPicPr preferRelativeResize="0"/>
          <p:nvPr/>
        </p:nvPicPr>
        <p:blipFill rotWithShape="1">
          <a:blip r:embed="rId3">
            <a:alphaModFix/>
          </a:blip>
          <a:srcRect b="0" l="0" r="0" t="4816"/>
          <a:stretch/>
        </p:blipFill>
        <p:spPr>
          <a:xfrm>
            <a:off x="5048550" y="385925"/>
            <a:ext cx="3531000" cy="4113900"/>
          </a:xfrm>
          <a:prstGeom prst="roundRect">
            <a:avLst>
              <a:gd fmla="val 6189" name="adj"/>
            </a:avLst>
          </a:prstGeom>
          <a:noFill/>
          <a:ln cap="flat" cmpd="sng" w="9525">
            <a:solidFill>
              <a:schemeClr val="accent1"/>
            </a:solidFill>
            <a:prstDash val="solid"/>
            <a:round/>
            <a:headEnd len="sm" w="sm" type="none"/>
            <a:tailEnd len="sm" w="sm" type="none"/>
          </a:ln>
        </p:spPr>
      </p:pic>
      <p:sp>
        <p:nvSpPr>
          <p:cNvPr id="490" name="Google Shape;490;p54"/>
          <p:cNvSpPr txBox="1"/>
          <p:nvPr>
            <p:ph type="title"/>
          </p:nvPr>
        </p:nvSpPr>
        <p:spPr>
          <a:xfrm>
            <a:off x="228600" y="536975"/>
            <a:ext cx="3848400" cy="31140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SzPts val="1100"/>
              <a:buNone/>
            </a:pPr>
            <a:r>
              <a:rPr lang="en"/>
              <a:t>How many traffic signs are there?</a:t>
            </a:r>
            <a:endParaRPr/>
          </a:p>
          <a:p>
            <a:pPr indent="0" lvl="0" marL="0" rtl="0" algn="l">
              <a:spcBef>
                <a:spcPts val="0"/>
              </a:spcBef>
              <a:spcAft>
                <a:spcPts val="0"/>
              </a:spcAft>
              <a:buClr>
                <a:schemeClr val="dk1"/>
              </a:buClr>
              <a:buSzPts val="1100"/>
              <a:buNone/>
            </a:pPr>
            <a:r>
              <a:t/>
            </a:r>
            <a:endParaRPr/>
          </a:p>
          <a:p>
            <a:pPr indent="0" lvl="0" marL="0" rtl="0" algn="l">
              <a:spcBef>
                <a:spcPts val="0"/>
              </a:spcBef>
              <a:spcAft>
                <a:spcPts val="0"/>
              </a:spcAft>
              <a:buClr>
                <a:schemeClr val="dk1"/>
              </a:buClr>
              <a:buSzPts val="1100"/>
              <a:buNone/>
            </a:pPr>
            <a:r>
              <a:rPr lang="en"/>
              <a:t>What if we didn’t have to interpret them?</a:t>
            </a:r>
            <a:endParaRPr/>
          </a:p>
          <a:p>
            <a:pPr indent="0" lvl="0" marL="0" rtl="0" algn="l">
              <a:spcBef>
                <a:spcPts val="0"/>
              </a:spcBef>
              <a:spcAft>
                <a:spcPts val="0"/>
              </a:spcAft>
              <a:buClr>
                <a:schemeClr val="dk1"/>
              </a:buClr>
              <a:buSzPts val="1100"/>
              <a:buNone/>
            </a:pPr>
            <a:r>
              <a:t/>
            </a:r>
            <a:endParaRPr/>
          </a:p>
        </p:txBody>
      </p:sp>
      <p:sp>
        <p:nvSpPr>
          <p:cNvPr id="491" name="Google Shape;491;p54"/>
          <p:cNvSpPr txBox="1"/>
          <p:nvPr>
            <p:ph idx="1" type="body"/>
          </p:nvPr>
        </p:nvSpPr>
        <p:spPr>
          <a:xfrm>
            <a:off x="235575" y="3801875"/>
            <a:ext cx="3286200" cy="790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None/>
            </a:pPr>
            <a:r>
              <a:rPr lang="en" sz="1400">
                <a:solidFill>
                  <a:schemeClr val="dk2"/>
                </a:solidFill>
              </a:rPr>
              <a:t>Multiple traffic signs are set on the road and not all humans can read them fast, so what if the computer read them for us?</a:t>
            </a:r>
            <a:endParaRPr sz="1400">
              <a:solidFill>
                <a:schemeClr val="dk2"/>
              </a:solidFill>
            </a:endParaRPr>
          </a:p>
        </p:txBody>
      </p:sp>
      <p:sp>
        <p:nvSpPr>
          <p:cNvPr id="492" name="Google Shape;492;p54"/>
          <p:cNvSpPr txBox="1"/>
          <p:nvPr>
            <p:ph idx="8" type="subTitle"/>
          </p:nvPr>
        </p:nvSpPr>
        <p:spPr>
          <a:xfrm>
            <a:off x="235575" y="157325"/>
            <a:ext cx="2870100" cy="22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Our Idea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5"/>
          <p:cNvSpPr txBox="1"/>
          <p:nvPr>
            <p:ph type="title"/>
          </p:nvPr>
        </p:nvSpPr>
        <p:spPr>
          <a:xfrm>
            <a:off x="228600" y="290448"/>
            <a:ext cx="3655800" cy="81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Objectives:</a:t>
            </a:r>
            <a:endParaRPr/>
          </a:p>
        </p:txBody>
      </p:sp>
      <p:sp>
        <p:nvSpPr>
          <p:cNvPr id="498" name="Google Shape;498;p55"/>
          <p:cNvSpPr txBox="1"/>
          <p:nvPr>
            <p:ph idx="1" type="subTitle"/>
          </p:nvPr>
        </p:nvSpPr>
        <p:spPr>
          <a:xfrm>
            <a:off x="179100" y="1286963"/>
            <a:ext cx="3366600" cy="2190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sz="2000">
                <a:solidFill>
                  <a:schemeClr val="dk2"/>
                </a:solidFill>
              </a:rPr>
              <a:t>Create a computer vision model that is capable of detecting traffic signs in images/videos, read them, and then explain them to the user</a:t>
            </a:r>
            <a:endParaRPr sz="2000">
              <a:solidFill>
                <a:schemeClr val="dk2"/>
              </a:solidFill>
            </a:endParaRPr>
          </a:p>
        </p:txBody>
      </p:sp>
      <p:sp>
        <p:nvSpPr>
          <p:cNvPr id="499" name="Google Shape;499;p55"/>
          <p:cNvSpPr txBox="1"/>
          <p:nvPr>
            <p:ph idx="1" type="subTitle"/>
          </p:nvPr>
        </p:nvSpPr>
        <p:spPr>
          <a:xfrm>
            <a:off x="5280250" y="1103150"/>
            <a:ext cx="3366600" cy="2190600"/>
          </a:xfrm>
          <a:prstGeom prst="rect">
            <a:avLst/>
          </a:prstGeom>
        </p:spPr>
        <p:txBody>
          <a:bodyPr anchorCtr="0" anchor="t" bIns="0" lIns="0" spcFirstLastPara="1" rIns="0" wrap="square" tIns="0">
            <a:noAutofit/>
          </a:bodyPr>
          <a:lstStyle/>
          <a:p>
            <a:pPr indent="-355600" lvl="0" marL="457200" rtl="0" algn="l">
              <a:lnSpc>
                <a:spcPct val="115000"/>
              </a:lnSpc>
              <a:spcBef>
                <a:spcPts val="0"/>
              </a:spcBef>
              <a:spcAft>
                <a:spcPts val="0"/>
              </a:spcAft>
              <a:buClr>
                <a:srgbClr val="F5F5F5"/>
              </a:buClr>
              <a:buSzPts val="2000"/>
              <a:buFont typeface="Urbanist"/>
              <a:buChar char="●"/>
            </a:pPr>
            <a:r>
              <a:rPr lang="en" sz="2000">
                <a:solidFill>
                  <a:srgbClr val="F5F5F5"/>
                </a:solidFill>
              </a:rPr>
              <a:t>Faster Reading</a:t>
            </a:r>
            <a:endParaRPr sz="2000">
              <a:solidFill>
                <a:srgbClr val="F5F5F5"/>
              </a:solidFill>
            </a:endParaRPr>
          </a:p>
          <a:p>
            <a:pPr indent="-355600" lvl="0" marL="457200" rtl="0" algn="l">
              <a:lnSpc>
                <a:spcPct val="115000"/>
              </a:lnSpc>
              <a:spcBef>
                <a:spcPts val="0"/>
              </a:spcBef>
              <a:spcAft>
                <a:spcPts val="0"/>
              </a:spcAft>
              <a:buClr>
                <a:srgbClr val="F5F5F5"/>
              </a:buClr>
              <a:buSzPts val="2000"/>
              <a:buFont typeface="Urbanist"/>
              <a:buChar char="●"/>
            </a:pPr>
            <a:r>
              <a:rPr lang="en" sz="2000">
                <a:solidFill>
                  <a:srgbClr val="F5F5F5"/>
                </a:solidFill>
              </a:rPr>
              <a:t>Can read multiple signs at once</a:t>
            </a:r>
            <a:endParaRPr sz="2000">
              <a:solidFill>
                <a:srgbClr val="F5F5F5"/>
              </a:solidFill>
            </a:endParaRPr>
          </a:p>
          <a:p>
            <a:pPr indent="-355600" lvl="0" marL="457200" rtl="0" algn="l">
              <a:lnSpc>
                <a:spcPct val="115000"/>
              </a:lnSpc>
              <a:spcBef>
                <a:spcPts val="0"/>
              </a:spcBef>
              <a:spcAft>
                <a:spcPts val="0"/>
              </a:spcAft>
              <a:buClr>
                <a:srgbClr val="F5F5F5"/>
              </a:buClr>
              <a:buSzPts val="2000"/>
              <a:buFont typeface="Urbanist"/>
              <a:buChar char="●"/>
            </a:pPr>
            <a:r>
              <a:rPr lang="en" sz="2000">
                <a:solidFill>
                  <a:srgbClr val="F5F5F5"/>
                </a:solidFill>
              </a:rPr>
              <a:t>No human interaction needed</a:t>
            </a:r>
            <a:endParaRPr sz="2000">
              <a:solidFill>
                <a:srgbClr val="F5F5F5"/>
              </a:solidFill>
            </a:endParaRPr>
          </a:p>
          <a:p>
            <a:pPr indent="0" lvl="0" marL="0" rtl="0" algn="l">
              <a:spcBef>
                <a:spcPts val="0"/>
              </a:spcBef>
              <a:spcAft>
                <a:spcPts val="0"/>
              </a:spcAft>
              <a:buClr>
                <a:schemeClr val="dk1"/>
              </a:buClr>
              <a:buSzPts val="1100"/>
              <a:buNone/>
            </a:pPr>
            <a:r>
              <a:t/>
            </a:r>
            <a:endParaRPr sz="2000">
              <a:solidFill>
                <a:schemeClr val="dk2"/>
              </a:solidFill>
            </a:endParaRPr>
          </a:p>
        </p:txBody>
      </p:sp>
      <p:pic>
        <p:nvPicPr>
          <p:cNvPr descr="eye scan icon. Filled eye scan icon for website design and mobile, app development. eye scan icon from filled artificial intelligence collection isolated on black background. (Provided by Getty Images)" id="500" name="Google Shape;500;p55"/>
          <p:cNvPicPr preferRelativeResize="0"/>
          <p:nvPr/>
        </p:nvPicPr>
        <p:blipFill>
          <a:blip r:embed="rId3">
            <a:alphaModFix/>
          </a:blip>
          <a:stretch>
            <a:fillRect/>
          </a:stretch>
        </p:blipFill>
        <p:spPr>
          <a:xfrm>
            <a:off x="6197125" y="3133950"/>
            <a:ext cx="1233848" cy="1233848"/>
          </a:xfrm>
          <a:prstGeom prst="rect">
            <a:avLst/>
          </a:prstGeom>
          <a:noFill/>
          <a:ln>
            <a:noFill/>
          </a:ln>
        </p:spPr>
      </p:pic>
      <p:pic>
        <p:nvPicPr>
          <p:cNvPr descr="eye icon. Filled eye icon for website design and mobile, app development. eye icon from filled marketing collection isolated on black background. (Provided by Getty Images)" id="501" name="Google Shape;501;p55"/>
          <p:cNvPicPr preferRelativeResize="0"/>
          <p:nvPr/>
        </p:nvPicPr>
        <p:blipFill>
          <a:blip r:embed="rId4">
            <a:alphaModFix/>
          </a:blip>
          <a:stretch>
            <a:fillRect/>
          </a:stretch>
        </p:blipFill>
        <p:spPr>
          <a:xfrm>
            <a:off x="1806774" y="3133938"/>
            <a:ext cx="1233848" cy="1233848"/>
          </a:xfrm>
          <a:prstGeom prst="rect">
            <a:avLst/>
          </a:prstGeom>
          <a:noFill/>
          <a:ln>
            <a:noFill/>
          </a:ln>
        </p:spPr>
      </p:pic>
      <p:pic>
        <p:nvPicPr>
          <p:cNvPr descr="Auxiliary sign (Provided by Getty Images)" id="502" name="Google Shape;502;p55"/>
          <p:cNvPicPr preferRelativeResize="0"/>
          <p:nvPr/>
        </p:nvPicPr>
        <p:blipFill>
          <a:blip r:embed="rId5">
            <a:alphaModFix/>
          </a:blip>
          <a:stretch>
            <a:fillRect/>
          </a:stretch>
        </p:blipFill>
        <p:spPr>
          <a:xfrm rot="10800000">
            <a:off x="3570052" y="3147776"/>
            <a:ext cx="2097623" cy="1206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cxnSp>
        <p:nvCxnSpPr>
          <p:cNvPr id="507" name="Google Shape;507;p56"/>
          <p:cNvCxnSpPr/>
          <p:nvPr/>
        </p:nvCxnSpPr>
        <p:spPr>
          <a:xfrm>
            <a:off x="234475" y="2205188"/>
            <a:ext cx="7636200" cy="0"/>
          </a:xfrm>
          <a:prstGeom prst="straightConnector1">
            <a:avLst/>
          </a:prstGeom>
          <a:noFill/>
          <a:ln cap="flat" cmpd="sng" w="9525">
            <a:solidFill>
              <a:schemeClr val="accent3"/>
            </a:solidFill>
            <a:prstDash val="dot"/>
            <a:round/>
            <a:headEnd len="med" w="med" type="none"/>
            <a:tailEnd len="med" w="med" type="none"/>
          </a:ln>
        </p:spPr>
      </p:cxnSp>
      <p:sp>
        <p:nvSpPr>
          <p:cNvPr id="508" name="Google Shape;508;p56"/>
          <p:cNvSpPr/>
          <p:nvPr/>
        </p:nvSpPr>
        <p:spPr>
          <a:xfrm>
            <a:off x="228600" y="1895390"/>
            <a:ext cx="602700" cy="602700"/>
          </a:xfrm>
          <a:prstGeom prst="roundRect">
            <a:avLst>
              <a:gd fmla="val 50000" name="adj"/>
            </a:avLst>
          </a:prstGeom>
          <a:solidFill>
            <a:schemeClr val="accent3"/>
          </a:solidFill>
          <a:ln>
            <a:noFill/>
          </a:ln>
        </p:spPr>
        <p:txBody>
          <a:bodyPr anchorCtr="0" anchor="ctr" bIns="91425" lIns="164575" spcFirstLastPara="1" rIns="91425" wrap="square" tIns="91425">
            <a:noAutofit/>
          </a:bodyPr>
          <a:lstStyle/>
          <a:p>
            <a:pPr indent="0" lvl="0" marL="0" rtl="0" algn="ctr">
              <a:spcBef>
                <a:spcPts val="0"/>
              </a:spcBef>
              <a:spcAft>
                <a:spcPts val="0"/>
              </a:spcAft>
              <a:buNone/>
            </a:pPr>
            <a:r>
              <a:t/>
            </a:r>
            <a:endParaRPr sz="1600">
              <a:solidFill>
                <a:schemeClr val="dk1"/>
              </a:solidFill>
              <a:latin typeface="Urbanist SemiBold"/>
              <a:ea typeface="Urbanist SemiBold"/>
              <a:cs typeface="Urbanist SemiBold"/>
              <a:sym typeface="Urbanist SemiBold"/>
            </a:endParaRPr>
          </a:p>
        </p:txBody>
      </p:sp>
      <p:sp>
        <p:nvSpPr>
          <p:cNvPr id="509" name="Google Shape;509;p56"/>
          <p:cNvSpPr/>
          <p:nvPr/>
        </p:nvSpPr>
        <p:spPr>
          <a:xfrm>
            <a:off x="2034363" y="1895390"/>
            <a:ext cx="602700" cy="602700"/>
          </a:xfrm>
          <a:prstGeom prst="roundRect">
            <a:avLst>
              <a:gd fmla="val 28849" name="adj"/>
            </a:avLst>
          </a:prstGeom>
          <a:solidFill>
            <a:schemeClr val="lt2"/>
          </a:solidFill>
          <a:ln>
            <a:noFill/>
          </a:ln>
        </p:spPr>
        <p:txBody>
          <a:bodyPr anchorCtr="0" anchor="ctr" bIns="91425" lIns="164575" spcFirstLastPara="1" rIns="91425" wrap="square" tIns="91425">
            <a:noAutofit/>
          </a:bodyPr>
          <a:lstStyle/>
          <a:p>
            <a:pPr indent="0" lvl="0" marL="0" rtl="0" algn="ctr">
              <a:spcBef>
                <a:spcPts val="0"/>
              </a:spcBef>
              <a:spcAft>
                <a:spcPts val="0"/>
              </a:spcAft>
              <a:buNone/>
            </a:pPr>
            <a:r>
              <a:t/>
            </a:r>
            <a:endParaRPr sz="1600">
              <a:solidFill>
                <a:schemeClr val="accent3"/>
              </a:solidFill>
              <a:latin typeface="Urbanist SemiBold"/>
              <a:ea typeface="Urbanist SemiBold"/>
              <a:cs typeface="Urbanist SemiBold"/>
              <a:sym typeface="Urbanist SemiBold"/>
            </a:endParaRPr>
          </a:p>
        </p:txBody>
      </p:sp>
      <p:sp>
        <p:nvSpPr>
          <p:cNvPr id="510" name="Google Shape;510;p56"/>
          <p:cNvSpPr/>
          <p:nvPr/>
        </p:nvSpPr>
        <p:spPr>
          <a:xfrm>
            <a:off x="3829950" y="1895390"/>
            <a:ext cx="602700" cy="602700"/>
          </a:xfrm>
          <a:prstGeom prst="roundRect">
            <a:avLst>
              <a:gd fmla="val 28849" name="adj"/>
            </a:avLst>
          </a:prstGeom>
          <a:solidFill>
            <a:schemeClr val="lt2"/>
          </a:solidFill>
          <a:ln>
            <a:noFill/>
          </a:ln>
        </p:spPr>
        <p:txBody>
          <a:bodyPr anchorCtr="0" anchor="ctr" bIns="91425" lIns="164575" spcFirstLastPara="1" rIns="91425" wrap="square" tIns="91425">
            <a:noAutofit/>
          </a:bodyPr>
          <a:lstStyle/>
          <a:p>
            <a:pPr indent="0" lvl="0" marL="0" rtl="0" algn="ctr">
              <a:spcBef>
                <a:spcPts val="0"/>
              </a:spcBef>
              <a:spcAft>
                <a:spcPts val="0"/>
              </a:spcAft>
              <a:buNone/>
            </a:pPr>
            <a:r>
              <a:t/>
            </a:r>
            <a:endParaRPr sz="1600">
              <a:solidFill>
                <a:schemeClr val="accent3"/>
              </a:solidFill>
              <a:latin typeface="Urbanist SemiBold"/>
              <a:ea typeface="Urbanist SemiBold"/>
              <a:cs typeface="Urbanist SemiBold"/>
              <a:sym typeface="Urbanist SemiBold"/>
            </a:endParaRPr>
          </a:p>
        </p:txBody>
      </p:sp>
      <p:sp>
        <p:nvSpPr>
          <p:cNvPr id="511" name="Google Shape;511;p56"/>
          <p:cNvSpPr/>
          <p:nvPr/>
        </p:nvSpPr>
        <p:spPr>
          <a:xfrm>
            <a:off x="5645375" y="1895390"/>
            <a:ext cx="602700" cy="602700"/>
          </a:xfrm>
          <a:prstGeom prst="roundRect">
            <a:avLst>
              <a:gd fmla="val 28849" name="adj"/>
            </a:avLst>
          </a:prstGeom>
          <a:solidFill>
            <a:schemeClr val="lt2"/>
          </a:solidFill>
          <a:ln>
            <a:noFill/>
          </a:ln>
        </p:spPr>
        <p:txBody>
          <a:bodyPr anchorCtr="0" anchor="ctr" bIns="91425" lIns="164575" spcFirstLastPara="1" rIns="91425" wrap="square" tIns="91425">
            <a:noAutofit/>
          </a:bodyPr>
          <a:lstStyle/>
          <a:p>
            <a:pPr indent="0" lvl="0" marL="0" rtl="0" algn="ctr">
              <a:spcBef>
                <a:spcPts val="0"/>
              </a:spcBef>
              <a:spcAft>
                <a:spcPts val="0"/>
              </a:spcAft>
              <a:buNone/>
            </a:pPr>
            <a:r>
              <a:t/>
            </a:r>
            <a:endParaRPr sz="1600">
              <a:solidFill>
                <a:schemeClr val="accent3"/>
              </a:solidFill>
              <a:latin typeface="Urbanist SemiBold"/>
              <a:ea typeface="Urbanist SemiBold"/>
              <a:cs typeface="Urbanist SemiBold"/>
              <a:sym typeface="Urbanist SemiBold"/>
            </a:endParaRPr>
          </a:p>
        </p:txBody>
      </p:sp>
      <p:sp>
        <p:nvSpPr>
          <p:cNvPr id="512" name="Google Shape;512;p56"/>
          <p:cNvSpPr/>
          <p:nvPr/>
        </p:nvSpPr>
        <p:spPr>
          <a:xfrm>
            <a:off x="7460789" y="1895390"/>
            <a:ext cx="602700" cy="602700"/>
          </a:xfrm>
          <a:prstGeom prst="roundRect">
            <a:avLst>
              <a:gd fmla="val 28849" name="adj"/>
            </a:avLst>
          </a:prstGeom>
          <a:solidFill>
            <a:schemeClr val="lt2"/>
          </a:solidFill>
          <a:ln>
            <a:noFill/>
          </a:ln>
        </p:spPr>
        <p:txBody>
          <a:bodyPr anchorCtr="0" anchor="ctr" bIns="91425" lIns="164575" spcFirstLastPara="1" rIns="91425" wrap="square" tIns="91425">
            <a:noAutofit/>
          </a:bodyPr>
          <a:lstStyle/>
          <a:p>
            <a:pPr indent="0" lvl="0" marL="0" rtl="0" algn="ctr">
              <a:spcBef>
                <a:spcPts val="0"/>
              </a:spcBef>
              <a:spcAft>
                <a:spcPts val="0"/>
              </a:spcAft>
              <a:buNone/>
            </a:pPr>
            <a:r>
              <a:t/>
            </a:r>
            <a:endParaRPr sz="1600">
              <a:solidFill>
                <a:schemeClr val="accent3"/>
              </a:solidFill>
              <a:latin typeface="Urbanist SemiBold"/>
              <a:ea typeface="Urbanist SemiBold"/>
              <a:cs typeface="Urbanist SemiBold"/>
              <a:sym typeface="Urbanist SemiBold"/>
            </a:endParaRPr>
          </a:p>
        </p:txBody>
      </p:sp>
      <p:sp>
        <p:nvSpPr>
          <p:cNvPr id="513" name="Google Shape;513;p56"/>
          <p:cNvSpPr txBox="1"/>
          <p:nvPr>
            <p:ph type="title"/>
          </p:nvPr>
        </p:nvSpPr>
        <p:spPr>
          <a:xfrm>
            <a:off x="228600" y="251900"/>
            <a:ext cx="8204700" cy="446400"/>
          </a:xfrm>
          <a:prstGeom prst="rect">
            <a:avLst/>
          </a:prstGeom>
        </p:spPr>
        <p:txBody>
          <a:bodyPr anchorCtr="0" anchor="t" bIns="91425" lIns="0" spcFirstLastPara="1" rIns="91425" wrap="square" tIns="0">
            <a:spAutoFit/>
          </a:bodyPr>
          <a:lstStyle/>
          <a:p>
            <a:pPr indent="0" lvl="0" marL="0" rtl="0" algn="l">
              <a:lnSpc>
                <a:spcPct val="100000"/>
              </a:lnSpc>
              <a:spcBef>
                <a:spcPts val="0"/>
              </a:spcBef>
              <a:spcAft>
                <a:spcPts val="0"/>
              </a:spcAft>
              <a:buNone/>
            </a:pPr>
            <a:r>
              <a:rPr lang="en" sz="2300">
                <a:solidFill>
                  <a:schemeClr val="lt1"/>
                </a:solidFill>
              </a:rPr>
              <a:t>This the roadmap that we followed</a:t>
            </a:r>
            <a:endParaRPr/>
          </a:p>
        </p:txBody>
      </p:sp>
      <p:sp>
        <p:nvSpPr>
          <p:cNvPr id="514" name="Google Shape;514;p56"/>
          <p:cNvSpPr txBox="1"/>
          <p:nvPr>
            <p:ph idx="17" type="subTitle"/>
          </p:nvPr>
        </p:nvSpPr>
        <p:spPr>
          <a:xfrm>
            <a:off x="228875" y="2731525"/>
            <a:ext cx="1377600" cy="144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Chosen Dataset</a:t>
            </a:r>
            <a:endParaRPr/>
          </a:p>
        </p:txBody>
      </p:sp>
      <p:sp>
        <p:nvSpPr>
          <p:cNvPr id="515" name="Google Shape;515;p56"/>
          <p:cNvSpPr txBox="1"/>
          <p:nvPr>
            <p:ph idx="18" type="subTitle"/>
          </p:nvPr>
        </p:nvSpPr>
        <p:spPr>
          <a:xfrm>
            <a:off x="2034375" y="2666475"/>
            <a:ext cx="1377600" cy="144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The models we worked on</a:t>
            </a:r>
            <a:endParaRPr/>
          </a:p>
        </p:txBody>
      </p:sp>
      <p:sp>
        <p:nvSpPr>
          <p:cNvPr id="516" name="Google Shape;516;p56"/>
          <p:cNvSpPr txBox="1"/>
          <p:nvPr>
            <p:ph idx="21" type="subTitle"/>
          </p:nvPr>
        </p:nvSpPr>
        <p:spPr>
          <a:xfrm>
            <a:off x="372900" y="2029450"/>
            <a:ext cx="314100" cy="338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517" name="Google Shape;517;p56"/>
          <p:cNvSpPr txBox="1"/>
          <p:nvPr>
            <p:ph idx="22" type="subTitle"/>
          </p:nvPr>
        </p:nvSpPr>
        <p:spPr>
          <a:xfrm>
            <a:off x="2178663" y="2027390"/>
            <a:ext cx="314100" cy="338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518" name="Google Shape;518;p56"/>
          <p:cNvSpPr txBox="1"/>
          <p:nvPr>
            <p:ph idx="23" type="subTitle"/>
          </p:nvPr>
        </p:nvSpPr>
        <p:spPr>
          <a:xfrm>
            <a:off x="3974250" y="2027390"/>
            <a:ext cx="314100" cy="338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519" name="Google Shape;519;p56"/>
          <p:cNvSpPr txBox="1"/>
          <p:nvPr>
            <p:ph idx="24" type="subTitle"/>
          </p:nvPr>
        </p:nvSpPr>
        <p:spPr>
          <a:xfrm>
            <a:off x="5789675" y="2027390"/>
            <a:ext cx="314100" cy="338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520" name="Google Shape;520;p56"/>
          <p:cNvSpPr txBox="1"/>
          <p:nvPr>
            <p:ph idx="25" type="subTitle"/>
          </p:nvPr>
        </p:nvSpPr>
        <p:spPr>
          <a:xfrm>
            <a:off x="7605089" y="2027390"/>
            <a:ext cx="314100" cy="338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521" name="Google Shape;521;p56"/>
          <p:cNvSpPr txBox="1"/>
          <p:nvPr>
            <p:ph idx="3" type="subTitle"/>
          </p:nvPr>
        </p:nvSpPr>
        <p:spPr>
          <a:xfrm>
            <a:off x="3839875" y="2731513"/>
            <a:ext cx="1377600" cy="144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Training the models</a:t>
            </a:r>
            <a:endParaRPr/>
          </a:p>
        </p:txBody>
      </p:sp>
      <p:sp>
        <p:nvSpPr>
          <p:cNvPr id="522" name="Google Shape;522;p56"/>
          <p:cNvSpPr txBox="1"/>
          <p:nvPr>
            <p:ph idx="19" type="subTitle"/>
          </p:nvPr>
        </p:nvSpPr>
        <p:spPr>
          <a:xfrm>
            <a:off x="5669238" y="2636725"/>
            <a:ext cx="1339800" cy="338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Implemented the logic</a:t>
            </a:r>
            <a:endParaRPr/>
          </a:p>
        </p:txBody>
      </p:sp>
      <p:sp>
        <p:nvSpPr>
          <p:cNvPr id="523" name="Google Shape;523;p56"/>
          <p:cNvSpPr txBox="1"/>
          <p:nvPr>
            <p:ph idx="20" type="subTitle"/>
          </p:nvPr>
        </p:nvSpPr>
        <p:spPr>
          <a:xfrm>
            <a:off x="7460825" y="2634325"/>
            <a:ext cx="1339800" cy="338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Deployment and testing</a:t>
            </a:r>
            <a:endParaRPr/>
          </a:p>
        </p:txBody>
      </p:sp>
      <p:sp>
        <p:nvSpPr>
          <p:cNvPr id="524" name="Google Shape;524;p56"/>
          <p:cNvSpPr txBox="1"/>
          <p:nvPr>
            <p:ph idx="2" type="body"/>
          </p:nvPr>
        </p:nvSpPr>
        <p:spPr>
          <a:xfrm>
            <a:off x="246150" y="3109254"/>
            <a:ext cx="1458000" cy="106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We worked on GTSDB for detection and GTSRB for classification</a:t>
            </a:r>
            <a:endParaRPr sz="1300"/>
          </a:p>
        </p:txBody>
      </p:sp>
      <p:sp>
        <p:nvSpPr>
          <p:cNvPr id="525" name="Google Shape;525;p56"/>
          <p:cNvSpPr txBox="1"/>
          <p:nvPr>
            <p:ph idx="1" type="body"/>
          </p:nvPr>
        </p:nvSpPr>
        <p:spPr>
          <a:xfrm>
            <a:off x="2087400" y="3127375"/>
            <a:ext cx="1458000" cy="738900"/>
          </a:xfrm>
          <a:prstGeom prst="rect">
            <a:avLst/>
          </a:prstGeom>
        </p:spPr>
        <p:txBody>
          <a:bodyPr anchorCtr="0" anchor="t" bIns="0" lIns="0" spcFirstLastPara="1" rIns="0" wrap="square" tIns="0">
            <a:spAutoFit/>
          </a:bodyPr>
          <a:lstStyle/>
          <a:p>
            <a:pPr indent="0" lvl="0" marL="0" rtl="0" algn="l">
              <a:spcBef>
                <a:spcPts val="0"/>
              </a:spcBef>
              <a:spcAft>
                <a:spcPts val="800"/>
              </a:spcAft>
              <a:buNone/>
            </a:pPr>
            <a:r>
              <a:rPr lang="en" sz="1200"/>
              <a:t>We fine-tuned Yolov5 for detection and MobileNetV2 for classification</a:t>
            </a:r>
            <a:endParaRPr sz="1200"/>
          </a:p>
        </p:txBody>
      </p:sp>
      <p:sp>
        <p:nvSpPr>
          <p:cNvPr id="526" name="Google Shape;526;p56"/>
          <p:cNvSpPr txBox="1"/>
          <p:nvPr>
            <p:ph idx="4" type="body"/>
          </p:nvPr>
        </p:nvSpPr>
        <p:spPr>
          <a:xfrm>
            <a:off x="3848250" y="3109225"/>
            <a:ext cx="1458000" cy="124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We trained Yolov5 on GTSDB and MobileNetV2 on GTSRB and we achieved acceptable results according to the researches</a:t>
            </a:r>
            <a:endParaRPr sz="1200"/>
          </a:p>
        </p:txBody>
      </p:sp>
      <p:sp>
        <p:nvSpPr>
          <p:cNvPr id="527" name="Google Shape;527;p56"/>
          <p:cNvSpPr txBox="1"/>
          <p:nvPr>
            <p:ph idx="6" type="body"/>
          </p:nvPr>
        </p:nvSpPr>
        <p:spPr>
          <a:xfrm>
            <a:off x="5649300" y="3114055"/>
            <a:ext cx="1458000" cy="115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We built the Python logic that explains the classified signs</a:t>
            </a:r>
            <a:endParaRPr sz="1200"/>
          </a:p>
        </p:txBody>
      </p:sp>
      <p:sp>
        <p:nvSpPr>
          <p:cNvPr id="528" name="Google Shape;528;p56"/>
          <p:cNvSpPr txBox="1"/>
          <p:nvPr>
            <p:ph idx="26" type="body"/>
          </p:nvPr>
        </p:nvSpPr>
        <p:spPr>
          <a:xfrm>
            <a:off x="7450350" y="3109255"/>
            <a:ext cx="1377600" cy="115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We tested the whole model and logic on real life examples</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cxnSp>
        <p:nvCxnSpPr>
          <p:cNvPr id="533" name="Google Shape;533;p57"/>
          <p:cNvCxnSpPr/>
          <p:nvPr/>
        </p:nvCxnSpPr>
        <p:spPr>
          <a:xfrm>
            <a:off x="3060563" y="1485050"/>
            <a:ext cx="0" cy="3198900"/>
          </a:xfrm>
          <a:prstGeom prst="straightConnector1">
            <a:avLst/>
          </a:prstGeom>
          <a:noFill/>
          <a:ln cap="flat" cmpd="sng" w="9525">
            <a:solidFill>
              <a:schemeClr val="accent1"/>
            </a:solidFill>
            <a:prstDash val="solid"/>
            <a:round/>
            <a:headEnd len="med" w="med" type="none"/>
            <a:tailEnd len="med" w="med" type="none"/>
          </a:ln>
        </p:spPr>
      </p:cxnSp>
      <p:cxnSp>
        <p:nvCxnSpPr>
          <p:cNvPr id="534" name="Google Shape;534;p57"/>
          <p:cNvCxnSpPr/>
          <p:nvPr/>
        </p:nvCxnSpPr>
        <p:spPr>
          <a:xfrm>
            <a:off x="238800" y="148505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535" name="Google Shape;535;p57"/>
          <p:cNvCxnSpPr/>
          <p:nvPr/>
        </p:nvCxnSpPr>
        <p:spPr>
          <a:xfrm>
            <a:off x="5989538" y="1485050"/>
            <a:ext cx="0" cy="3198900"/>
          </a:xfrm>
          <a:prstGeom prst="straightConnector1">
            <a:avLst/>
          </a:prstGeom>
          <a:noFill/>
          <a:ln cap="flat" cmpd="sng" w="9525">
            <a:solidFill>
              <a:schemeClr val="accent1"/>
            </a:solidFill>
            <a:prstDash val="solid"/>
            <a:round/>
            <a:headEnd len="med" w="med" type="none"/>
            <a:tailEnd len="med" w="med" type="none"/>
          </a:ln>
        </p:spPr>
      </p:cxnSp>
      <p:grpSp>
        <p:nvGrpSpPr>
          <p:cNvPr id="536" name="Google Shape;536;p57"/>
          <p:cNvGrpSpPr/>
          <p:nvPr/>
        </p:nvGrpSpPr>
        <p:grpSpPr>
          <a:xfrm>
            <a:off x="2698631" y="1801500"/>
            <a:ext cx="204654" cy="204654"/>
            <a:chOff x="259788" y="1923155"/>
            <a:chExt cx="409800" cy="409800"/>
          </a:xfrm>
        </p:grpSpPr>
        <p:sp>
          <p:nvSpPr>
            <p:cNvPr id="537" name="Google Shape;537;p57"/>
            <p:cNvSpPr/>
            <p:nvPr/>
          </p:nvSpPr>
          <p:spPr>
            <a:xfrm>
              <a:off x="259788" y="1923155"/>
              <a:ext cx="409800" cy="409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38" name="Google Shape;538;p57"/>
            <p:cNvGrpSpPr/>
            <p:nvPr/>
          </p:nvGrpSpPr>
          <p:grpSpPr>
            <a:xfrm>
              <a:off x="362088" y="2093825"/>
              <a:ext cx="205200" cy="102600"/>
              <a:chOff x="498725" y="2069800"/>
              <a:chExt cx="205200" cy="102600"/>
            </a:xfrm>
          </p:grpSpPr>
          <p:cxnSp>
            <p:nvCxnSpPr>
              <p:cNvPr id="539" name="Google Shape;539;p57"/>
              <p:cNvCxnSpPr/>
              <p:nvPr/>
            </p:nvCxnSpPr>
            <p:spPr>
              <a:xfrm>
                <a:off x="498725" y="2069800"/>
                <a:ext cx="102600" cy="102600"/>
              </a:xfrm>
              <a:prstGeom prst="straightConnector1">
                <a:avLst/>
              </a:prstGeom>
              <a:noFill/>
              <a:ln cap="flat" cmpd="sng" w="9525">
                <a:solidFill>
                  <a:schemeClr val="accent3"/>
                </a:solidFill>
                <a:prstDash val="solid"/>
                <a:round/>
                <a:headEnd len="med" w="med" type="none"/>
                <a:tailEnd len="med" w="med" type="none"/>
              </a:ln>
            </p:spPr>
          </p:cxnSp>
          <p:cxnSp>
            <p:nvCxnSpPr>
              <p:cNvPr id="540" name="Google Shape;540;p57"/>
              <p:cNvCxnSpPr/>
              <p:nvPr/>
            </p:nvCxnSpPr>
            <p:spPr>
              <a:xfrm flipH="1">
                <a:off x="601325" y="2069800"/>
                <a:ext cx="102600" cy="102600"/>
              </a:xfrm>
              <a:prstGeom prst="straightConnector1">
                <a:avLst/>
              </a:prstGeom>
              <a:noFill/>
              <a:ln cap="flat" cmpd="sng" w="9525">
                <a:solidFill>
                  <a:schemeClr val="accent3"/>
                </a:solidFill>
                <a:prstDash val="solid"/>
                <a:round/>
                <a:headEnd len="med" w="med" type="none"/>
                <a:tailEnd len="med" w="med" type="none"/>
              </a:ln>
            </p:spPr>
          </p:cxnSp>
        </p:grpSp>
      </p:grpSp>
      <p:grpSp>
        <p:nvGrpSpPr>
          <p:cNvPr id="541" name="Google Shape;541;p57"/>
          <p:cNvGrpSpPr/>
          <p:nvPr/>
        </p:nvGrpSpPr>
        <p:grpSpPr>
          <a:xfrm>
            <a:off x="5618381" y="1801500"/>
            <a:ext cx="204654" cy="204654"/>
            <a:chOff x="259788" y="1923155"/>
            <a:chExt cx="409800" cy="409800"/>
          </a:xfrm>
        </p:grpSpPr>
        <p:sp>
          <p:nvSpPr>
            <p:cNvPr id="542" name="Google Shape;542;p57"/>
            <p:cNvSpPr/>
            <p:nvPr/>
          </p:nvSpPr>
          <p:spPr>
            <a:xfrm>
              <a:off x="259788" y="1923155"/>
              <a:ext cx="409800" cy="409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43" name="Google Shape;543;p57"/>
            <p:cNvGrpSpPr/>
            <p:nvPr/>
          </p:nvGrpSpPr>
          <p:grpSpPr>
            <a:xfrm>
              <a:off x="362088" y="2093825"/>
              <a:ext cx="205200" cy="102600"/>
              <a:chOff x="498725" y="2069800"/>
              <a:chExt cx="205200" cy="102600"/>
            </a:xfrm>
          </p:grpSpPr>
          <p:cxnSp>
            <p:nvCxnSpPr>
              <p:cNvPr id="544" name="Google Shape;544;p57"/>
              <p:cNvCxnSpPr/>
              <p:nvPr/>
            </p:nvCxnSpPr>
            <p:spPr>
              <a:xfrm>
                <a:off x="498725" y="2069800"/>
                <a:ext cx="102600" cy="102600"/>
              </a:xfrm>
              <a:prstGeom prst="straightConnector1">
                <a:avLst/>
              </a:prstGeom>
              <a:noFill/>
              <a:ln cap="flat" cmpd="sng" w="9525">
                <a:solidFill>
                  <a:schemeClr val="accent3"/>
                </a:solidFill>
                <a:prstDash val="solid"/>
                <a:round/>
                <a:headEnd len="med" w="med" type="none"/>
                <a:tailEnd len="med" w="med" type="none"/>
              </a:ln>
            </p:spPr>
          </p:cxnSp>
          <p:cxnSp>
            <p:nvCxnSpPr>
              <p:cNvPr id="545" name="Google Shape;545;p57"/>
              <p:cNvCxnSpPr/>
              <p:nvPr/>
            </p:nvCxnSpPr>
            <p:spPr>
              <a:xfrm flipH="1">
                <a:off x="601325" y="2069800"/>
                <a:ext cx="102600" cy="102600"/>
              </a:xfrm>
              <a:prstGeom prst="straightConnector1">
                <a:avLst/>
              </a:prstGeom>
              <a:noFill/>
              <a:ln cap="flat" cmpd="sng" w="9525">
                <a:solidFill>
                  <a:schemeClr val="accent3"/>
                </a:solidFill>
                <a:prstDash val="solid"/>
                <a:round/>
                <a:headEnd len="med" w="med" type="none"/>
                <a:tailEnd len="med" w="med" type="none"/>
              </a:ln>
            </p:spPr>
          </p:cxnSp>
        </p:grpSp>
      </p:grpSp>
      <p:grpSp>
        <p:nvGrpSpPr>
          <p:cNvPr id="546" name="Google Shape;546;p57"/>
          <p:cNvGrpSpPr/>
          <p:nvPr/>
        </p:nvGrpSpPr>
        <p:grpSpPr>
          <a:xfrm>
            <a:off x="8711056" y="1801500"/>
            <a:ext cx="204654" cy="204654"/>
            <a:chOff x="259788" y="1923155"/>
            <a:chExt cx="409800" cy="409800"/>
          </a:xfrm>
        </p:grpSpPr>
        <p:sp>
          <p:nvSpPr>
            <p:cNvPr id="547" name="Google Shape;547;p57"/>
            <p:cNvSpPr/>
            <p:nvPr/>
          </p:nvSpPr>
          <p:spPr>
            <a:xfrm>
              <a:off x="259788" y="1923155"/>
              <a:ext cx="409800" cy="409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48" name="Google Shape;548;p57"/>
            <p:cNvGrpSpPr/>
            <p:nvPr/>
          </p:nvGrpSpPr>
          <p:grpSpPr>
            <a:xfrm>
              <a:off x="362088" y="2093825"/>
              <a:ext cx="205200" cy="102600"/>
              <a:chOff x="498725" y="2069800"/>
              <a:chExt cx="205200" cy="102600"/>
            </a:xfrm>
          </p:grpSpPr>
          <p:cxnSp>
            <p:nvCxnSpPr>
              <p:cNvPr id="549" name="Google Shape;549;p57"/>
              <p:cNvCxnSpPr/>
              <p:nvPr/>
            </p:nvCxnSpPr>
            <p:spPr>
              <a:xfrm>
                <a:off x="498725" y="2069800"/>
                <a:ext cx="102600" cy="102600"/>
              </a:xfrm>
              <a:prstGeom prst="straightConnector1">
                <a:avLst/>
              </a:prstGeom>
              <a:noFill/>
              <a:ln cap="flat" cmpd="sng" w="9525">
                <a:solidFill>
                  <a:schemeClr val="accent3"/>
                </a:solidFill>
                <a:prstDash val="solid"/>
                <a:round/>
                <a:headEnd len="med" w="med" type="none"/>
                <a:tailEnd len="med" w="med" type="none"/>
              </a:ln>
            </p:spPr>
          </p:cxnSp>
          <p:cxnSp>
            <p:nvCxnSpPr>
              <p:cNvPr id="550" name="Google Shape;550;p57"/>
              <p:cNvCxnSpPr/>
              <p:nvPr/>
            </p:nvCxnSpPr>
            <p:spPr>
              <a:xfrm flipH="1">
                <a:off x="601325" y="2069800"/>
                <a:ext cx="102600" cy="102600"/>
              </a:xfrm>
              <a:prstGeom prst="straightConnector1">
                <a:avLst/>
              </a:prstGeom>
              <a:noFill/>
              <a:ln cap="flat" cmpd="sng" w="9525">
                <a:solidFill>
                  <a:schemeClr val="accent3"/>
                </a:solidFill>
                <a:prstDash val="solid"/>
                <a:round/>
                <a:headEnd len="med" w="med" type="none"/>
                <a:tailEnd len="med" w="med" type="none"/>
              </a:ln>
            </p:spPr>
          </p:cxnSp>
        </p:grpSp>
      </p:grpSp>
      <p:sp>
        <p:nvSpPr>
          <p:cNvPr id="551" name="Google Shape;551;p57"/>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summary of the model</a:t>
            </a:r>
            <a:endParaRPr/>
          </a:p>
        </p:txBody>
      </p:sp>
      <p:sp>
        <p:nvSpPr>
          <p:cNvPr id="552" name="Google Shape;552;p57"/>
          <p:cNvSpPr txBox="1"/>
          <p:nvPr>
            <p:ph type="title"/>
          </p:nvPr>
        </p:nvSpPr>
        <p:spPr>
          <a:xfrm>
            <a:off x="228600" y="613525"/>
            <a:ext cx="7223400" cy="406200"/>
          </a:xfrm>
          <a:prstGeom prst="rect">
            <a:avLst/>
          </a:prstGeom>
        </p:spPr>
        <p:txBody>
          <a:bodyPr anchorCtr="0" anchor="t" bIns="91425" lIns="0" spcFirstLastPara="1" rIns="91425" wrap="square" tIns="0">
            <a:spAutoFit/>
          </a:bodyPr>
          <a:lstStyle/>
          <a:p>
            <a:pPr indent="0" lvl="0" marL="0" rtl="0" algn="l">
              <a:spcBef>
                <a:spcPts val="0"/>
              </a:spcBef>
              <a:spcAft>
                <a:spcPts val="0"/>
              </a:spcAft>
              <a:buClr>
                <a:schemeClr val="dk1"/>
              </a:buClr>
              <a:buSzPts val="1100"/>
              <a:buNone/>
            </a:pPr>
            <a:r>
              <a:rPr lang="en"/>
              <a:t>Here is the summary of each phase in detail</a:t>
            </a:r>
            <a:endParaRPr/>
          </a:p>
        </p:txBody>
      </p:sp>
      <p:sp>
        <p:nvSpPr>
          <p:cNvPr id="553" name="Google Shape;553;p57"/>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Company Name</a:t>
            </a:r>
            <a:endParaRPr/>
          </a:p>
        </p:txBody>
      </p:sp>
      <p:sp>
        <p:nvSpPr>
          <p:cNvPr id="554" name="Google Shape;554;p57"/>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55" name="Google Shape;555;p57"/>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Clr>
                <a:schemeClr val="dk1"/>
              </a:buClr>
              <a:buSzPts val="1100"/>
              <a:buNone/>
            </a:pPr>
            <a:r>
              <a:rPr lang="en"/>
              <a:t>Year</a:t>
            </a:r>
            <a:endParaRPr/>
          </a:p>
        </p:txBody>
      </p:sp>
      <p:sp>
        <p:nvSpPr>
          <p:cNvPr id="556" name="Google Shape;556;p57"/>
          <p:cNvSpPr txBox="1"/>
          <p:nvPr>
            <p:ph idx="5" type="subTitle"/>
          </p:nvPr>
        </p:nvSpPr>
        <p:spPr>
          <a:xfrm>
            <a:off x="254625" y="1638300"/>
            <a:ext cx="2386800" cy="554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2600"/>
              <a:t>The dataset</a:t>
            </a:r>
            <a:endParaRPr sz="2600"/>
          </a:p>
        </p:txBody>
      </p:sp>
      <p:sp>
        <p:nvSpPr>
          <p:cNvPr id="557" name="Google Shape;557;p57"/>
          <p:cNvSpPr txBox="1"/>
          <p:nvPr>
            <p:ph idx="6" type="subTitle"/>
          </p:nvPr>
        </p:nvSpPr>
        <p:spPr>
          <a:xfrm>
            <a:off x="3275850" y="1638300"/>
            <a:ext cx="2294700" cy="711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2600"/>
              <a:t>The models</a:t>
            </a:r>
            <a:endParaRPr sz="2600"/>
          </a:p>
        </p:txBody>
      </p:sp>
      <p:sp>
        <p:nvSpPr>
          <p:cNvPr id="558" name="Google Shape;558;p57"/>
          <p:cNvSpPr txBox="1"/>
          <p:nvPr>
            <p:ph idx="7" type="subTitle"/>
          </p:nvPr>
        </p:nvSpPr>
        <p:spPr>
          <a:xfrm>
            <a:off x="6323125" y="1608925"/>
            <a:ext cx="2386800" cy="711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2600"/>
              <a:t>The Logic</a:t>
            </a:r>
            <a:endParaRPr sz="2600"/>
          </a:p>
        </p:txBody>
      </p:sp>
      <p:sp>
        <p:nvSpPr>
          <p:cNvPr id="559" name="Google Shape;559;p57"/>
          <p:cNvSpPr txBox="1"/>
          <p:nvPr>
            <p:ph idx="8" type="body"/>
          </p:nvPr>
        </p:nvSpPr>
        <p:spPr>
          <a:xfrm>
            <a:off x="263500" y="2253700"/>
            <a:ext cx="2700000" cy="23211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b="1" lang="en" sz="1400"/>
              <a:t>The GTSDB have ~600 images which are (~400 train &amp; ~100 val)</a:t>
            </a:r>
            <a:endParaRPr b="1" sz="1400"/>
          </a:p>
          <a:p>
            <a:pPr indent="0" lvl="0" marL="0" rtl="0" algn="l">
              <a:spcBef>
                <a:spcPts val="0"/>
              </a:spcBef>
              <a:spcAft>
                <a:spcPts val="0"/>
              </a:spcAft>
              <a:buNone/>
            </a:pPr>
            <a:r>
              <a:rPr lang="en" sz="1400"/>
              <a:t>We applied augmentation and added some samples from GTSRB in order to increase them to (~1900 train &amp; ~100 val)</a:t>
            </a:r>
            <a:endParaRPr sz="1400"/>
          </a:p>
        </p:txBody>
      </p:sp>
      <p:sp>
        <p:nvSpPr>
          <p:cNvPr id="560" name="Google Shape;560;p57"/>
          <p:cNvSpPr txBox="1"/>
          <p:nvPr>
            <p:ph idx="9" type="body"/>
          </p:nvPr>
        </p:nvSpPr>
        <p:spPr>
          <a:xfrm>
            <a:off x="6169963" y="3161800"/>
            <a:ext cx="2665200" cy="11883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b="1" lang="en" sz="1400"/>
              <a:t>We implemented a logic the can either take an image and detect the sign then classify it, or have a video running the do the magic.</a:t>
            </a:r>
            <a:endParaRPr/>
          </a:p>
        </p:txBody>
      </p:sp>
      <p:sp>
        <p:nvSpPr>
          <p:cNvPr id="561" name="Google Shape;561;p57"/>
          <p:cNvSpPr txBox="1"/>
          <p:nvPr>
            <p:ph idx="13" type="body"/>
          </p:nvPr>
        </p:nvSpPr>
        <p:spPr>
          <a:xfrm>
            <a:off x="3143925" y="3060725"/>
            <a:ext cx="2665200" cy="1188300"/>
          </a:xfrm>
          <a:prstGeom prst="rect">
            <a:avLst/>
          </a:prstGeom>
        </p:spPr>
        <p:txBody>
          <a:bodyPr anchorCtr="0" anchor="b" bIns="91425" lIns="0" spcFirstLastPara="1" rIns="91425" wrap="square" tIns="0">
            <a:noAutofit/>
          </a:bodyPr>
          <a:lstStyle/>
          <a:p>
            <a:pPr indent="0" lvl="0" marL="0" rtl="0" algn="l">
              <a:spcBef>
                <a:spcPts val="0"/>
              </a:spcBef>
              <a:spcAft>
                <a:spcPts val="0"/>
              </a:spcAft>
              <a:buClr>
                <a:schemeClr val="dk1"/>
              </a:buClr>
              <a:buSzPts val="1100"/>
              <a:buNone/>
            </a:pPr>
            <a:r>
              <a:rPr b="1" lang="en" sz="1400">
                <a:solidFill>
                  <a:schemeClr val="dk2"/>
                </a:solidFill>
              </a:rPr>
              <a:t>We used Yolov8 for object detection and MobileNetV2 for classification which achieved 96% accuracy, trained on GTSRB</a:t>
            </a:r>
            <a:endParaRPr>
              <a:solidFill>
                <a:schemeClr val="dk2"/>
              </a:solidFill>
              <a:latin typeface="Urbanist Medium"/>
              <a:ea typeface="Urbanist Medium"/>
              <a:cs typeface="Urbanist Medium"/>
              <a:sym typeface="Urbanist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58"/>
          <p:cNvSpPr txBox="1"/>
          <p:nvPr>
            <p:ph type="title"/>
          </p:nvPr>
        </p:nvSpPr>
        <p:spPr>
          <a:xfrm>
            <a:off x="228450" y="774488"/>
            <a:ext cx="4111500" cy="798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2700"/>
              <a:t>Our Project went through these difficulties</a:t>
            </a:r>
            <a:endParaRPr sz="2700"/>
          </a:p>
        </p:txBody>
      </p:sp>
      <p:sp>
        <p:nvSpPr>
          <p:cNvPr id="567" name="Google Shape;567;p58"/>
          <p:cNvSpPr txBox="1"/>
          <p:nvPr>
            <p:ph idx="1" type="body"/>
          </p:nvPr>
        </p:nvSpPr>
        <p:spPr>
          <a:xfrm>
            <a:off x="181500" y="1889388"/>
            <a:ext cx="4296600" cy="2709000"/>
          </a:xfrm>
          <a:prstGeom prst="rect">
            <a:avLst/>
          </a:prstGeom>
        </p:spPr>
        <p:txBody>
          <a:bodyPr anchorCtr="0" anchor="ctr" bIns="0" lIns="0" spcFirstLastPara="1" rIns="91425" wrap="square" tIns="91425">
            <a:noAutofit/>
          </a:bodyPr>
          <a:lstStyle/>
          <a:p>
            <a:pPr indent="-247650" lvl="0" marL="228600" rtl="0" algn="l">
              <a:spcBef>
                <a:spcPts val="0"/>
              </a:spcBef>
              <a:spcAft>
                <a:spcPts val="0"/>
              </a:spcAft>
              <a:buClr>
                <a:schemeClr val="accent3"/>
              </a:buClr>
              <a:buSzPts val="1800"/>
              <a:buChar char="●"/>
            </a:pPr>
            <a:r>
              <a:rPr lang="en" sz="1800"/>
              <a:t>The dataset have high class imbalance</a:t>
            </a:r>
            <a:endParaRPr sz="1800"/>
          </a:p>
          <a:p>
            <a:pPr indent="-247650" lvl="0" marL="228600" rtl="0" algn="l">
              <a:spcBef>
                <a:spcPts val="0"/>
              </a:spcBef>
              <a:spcAft>
                <a:spcPts val="0"/>
              </a:spcAft>
              <a:buClr>
                <a:schemeClr val="accent3"/>
              </a:buClr>
              <a:buSzPts val="1800"/>
              <a:buChar char="●"/>
            </a:pPr>
            <a:r>
              <a:rPr lang="en" sz="1800"/>
              <a:t>Some signs have very low accuracy</a:t>
            </a:r>
            <a:endParaRPr sz="1800"/>
          </a:p>
          <a:p>
            <a:pPr indent="-247650" lvl="0" marL="228600" rtl="0" algn="l">
              <a:spcBef>
                <a:spcPts val="0"/>
              </a:spcBef>
              <a:spcAft>
                <a:spcPts val="0"/>
              </a:spcAft>
              <a:buClr>
                <a:schemeClr val="accent3"/>
              </a:buClr>
              <a:buSzPts val="1800"/>
              <a:buChar char="●"/>
            </a:pPr>
            <a:r>
              <a:rPr lang="en" sz="1800"/>
              <a:t>Training took very long, the dataset had to be made smaller to speed up training and we only trained MobileNet</a:t>
            </a:r>
            <a:endParaRPr sz="1800"/>
          </a:p>
          <a:p>
            <a:pPr indent="-247650" lvl="0" marL="228600" rtl="0" algn="l">
              <a:spcBef>
                <a:spcPts val="0"/>
              </a:spcBef>
              <a:spcAft>
                <a:spcPts val="0"/>
              </a:spcAft>
              <a:buClr>
                <a:schemeClr val="accent3"/>
              </a:buClr>
              <a:buSzPts val="1800"/>
              <a:buChar char="●"/>
            </a:pPr>
            <a:r>
              <a:rPr lang="en" sz="1800"/>
              <a:t>Accuracy is very dependant on FPS and camera quality</a:t>
            </a:r>
            <a:endParaRPr sz="1800"/>
          </a:p>
        </p:txBody>
      </p:sp>
      <p:pic>
        <p:nvPicPr>
          <p:cNvPr descr="A man doing his taxes (Provided by Getty Images)" id="568" name="Google Shape;568;p58"/>
          <p:cNvPicPr preferRelativeResize="0"/>
          <p:nvPr>
            <p:ph idx="2" type="pic"/>
          </p:nvPr>
        </p:nvPicPr>
        <p:blipFill rotWithShape="1">
          <a:blip r:embed="rId3">
            <a:alphaModFix/>
          </a:blip>
          <a:srcRect b="26392" l="6503" r="11597" t="29"/>
          <a:stretch/>
        </p:blipFill>
        <p:spPr>
          <a:xfrm>
            <a:off x="4528800" y="764375"/>
            <a:ext cx="4570500" cy="3017400"/>
          </a:xfrm>
          <a:prstGeom prst="roundRect">
            <a:avLst>
              <a:gd fmla="val 16667" name="adj"/>
            </a:avLst>
          </a:prstGeom>
        </p:spPr>
      </p:pic>
      <p:sp>
        <p:nvSpPr>
          <p:cNvPr id="569" name="Google Shape;569;p58"/>
          <p:cNvSpPr txBox="1"/>
          <p:nvPr>
            <p:ph idx="6" type="subTitle"/>
          </p:nvPr>
        </p:nvSpPr>
        <p:spPr>
          <a:xfrm>
            <a:off x="228450" y="229863"/>
            <a:ext cx="2920800" cy="22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Difficulties we faced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9"/>
          <p:cNvSpPr/>
          <p:nvPr/>
        </p:nvSpPr>
        <p:spPr>
          <a:xfrm>
            <a:off x="6080700" y="228600"/>
            <a:ext cx="2834700" cy="2789400"/>
          </a:xfrm>
          <a:prstGeom prst="roundRect">
            <a:avLst>
              <a:gd fmla="val 76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5" name="Google Shape;575;p59"/>
          <p:cNvSpPr/>
          <p:nvPr/>
        </p:nvSpPr>
        <p:spPr>
          <a:xfrm>
            <a:off x="3154650" y="228600"/>
            <a:ext cx="2834700" cy="1354200"/>
          </a:xfrm>
          <a:prstGeom prst="roundRect">
            <a:avLst>
              <a:gd fmla="val 1682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6" name="Google Shape;576;p59"/>
          <p:cNvSpPr/>
          <p:nvPr/>
        </p:nvSpPr>
        <p:spPr>
          <a:xfrm>
            <a:off x="3154650" y="1663707"/>
            <a:ext cx="2834700" cy="1354200"/>
          </a:xfrm>
          <a:prstGeom prst="roundRect">
            <a:avLst>
              <a:gd fmla="val 1786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7" name="Google Shape;577;p59"/>
          <p:cNvSpPr/>
          <p:nvPr/>
        </p:nvSpPr>
        <p:spPr>
          <a:xfrm>
            <a:off x="3154650" y="3098815"/>
            <a:ext cx="2834700" cy="1354200"/>
          </a:xfrm>
          <a:prstGeom prst="roundRect">
            <a:avLst>
              <a:gd fmla="val 1682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8" name="Google Shape;578;p59"/>
          <p:cNvSpPr/>
          <p:nvPr/>
        </p:nvSpPr>
        <p:spPr>
          <a:xfrm>
            <a:off x="6080700" y="3098825"/>
            <a:ext cx="2834700" cy="1354200"/>
          </a:xfrm>
          <a:prstGeom prst="roundRect">
            <a:avLst>
              <a:gd fmla="val 13866"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9" name="Google Shape;579;p59"/>
          <p:cNvSpPr txBox="1"/>
          <p:nvPr>
            <p:ph idx="4" type="subTitle"/>
          </p:nvPr>
        </p:nvSpPr>
        <p:spPr>
          <a:xfrm>
            <a:off x="6350700" y="792750"/>
            <a:ext cx="2386500" cy="1661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sz="1700"/>
              <a:t>Expand on the traffic signs that can be recognized by this model, including the ability to detect language if possible</a:t>
            </a:r>
            <a:endParaRPr b="1" sz="1700"/>
          </a:p>
        </p:txBody>
      </p:sp>
      <p:sp>
        <p:nvSpPr>
          <p:cNvPr id="580" name="Google Shape;580;p59"/>
          <p:cNvSpPr txBox="1"/>
          <p:nvPr>
            <p:ph type="title"/>
          </p:nvPr>
        </p:nvSpPr>
        <p:spPr>
          <a:xfrm>
            <a:off x="185925" y="1563750"/>
            <a:ext cx="2834700" cy="2016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2700"/>
              <a:t>We can deliver these objectives in the future to further enhance this project</a:t>
            </a:r>
            <a:endParaRPr sz="2700"/>
          </a:p>
        </p:txBody>
      </p:sp>
      <p:sp>
        <p:nvSpPr>
          <p:cNvPr id="581" name="Google Shape;581;p59"/>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Future Works</a:t>
            </a:r>
            <a:endParaRPr/>
          </a:p>
        </p:txBody>
      </p:sp>
      <p:sp>
        <p:nvSpPr>
          <p:cNvPr id="582" name="Google Shape;582;p59"/>
          <p:cNvSpPr txBox="1"/>
          <p:nvPr>
            <p:ph idx="6" type="subTitle"/>
          </p:nvPr>
        </p:nvSpPr>
        <p:spPr>
          <a:xfrm>
            <a:off x="3744597" y="457200"/>
            <a:ext cx="1748700" cy="951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sz="1600"/>
              <a:t>Implement text-to-speech if possible</a:t>
            </a:r>
            <a:endParaRPr sz="1600"/>
          </a:p>
        </p:txBody>
      </p:sp>
      <p:sp>
        <p:nvSpPr>
          <p:cNvPr id="583" name="Google Shape;583;p59"/>
          <p:cNvSpPr txBox="1"/>
          <p:nvPr>
            <p:ph idx="7" type="title"/>
          </p:nvPr>
        </p:nvSpPr>
        <p:spPr>
          <a:xfrm>
            <a:off x="3510875" y="1745675"/>
            <a:ext cx="2216400" cy="951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t>Fine tune Yolo model (Again, since our work was erased)</a:t>
            </a:r>
            <a:endParaRPr sz="1800"/>
          </a:p>
        </p:txBody>
      </p:sp>
      <p:sp>
        <p:nvSpPr>
          <p:cNvPr id="584" name="Google Shape;584;p59"/>
          <p:cNvSpPr txBox="1"/>
          <p:nvPr>
            <p:ph idx="14" type="subTitle"/>
          </p:nvPr>
        </p:nvSpPr>
        <p:spPr>
          <a:xfrm>
            <a:off x="6539550" y="3563100"/>
            <a:ext cx="2008800" cy="500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sz="1700"/>
              <a:t>More Suggestions?</a:t>
            </a:r>
            <a:endParaRPr b="1" sz="1700"/>
          </a:p>
        </p:txBody>
      </p:sp>
      <p:sp>
        <p:nvSpPr>
          <p:cNvPr id="585" name="Google Shape;585;p59"/>
          <p:cNvSpPr txBox="1"/>
          <p:nvPr>
            <p:ph idx="9" type="subTitle"/>
          </p:nvPr>
        </p:nvSpPr>
        <p:spPr>
          <a:xfrm>
            <a:off x="3510751" y="3337800"/>
            <a:ext cx="2216400" cy="951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sz="1600"/>
              <a:t>Implement this project as a full usable system for cars</a:t>
            </a:r>
            <a:endParaRPr b="1"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60"/>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91" name="Google Shape;591;p60"/>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92" name="Google Shape;592;p60"/>
          <p:cNvSpPr txBox="1"/>
          <p:nvPr>
            <p:ph type="title"/>
          </p:nvPr>
        </p:nvSpPr>
        <p:spPr>
          <a:xfrm>
            <a:off x="2607200" y="1895400"/>
            <a:ext cx="3655800" cy="81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solidFill>
                  <a:schemeClr val="lt1"/>
                </a:solidFill>
              </a:rPr>
              <a:t>Thank you</a:t>
            </a:r>
            <a:endParaRPr>
              <a:solidFill>
                <a:schemeClr val="lt1"/>
              </a:solidFill>
            </a:endParaRPr>
          </a:p>
        </p:txBody>
      </p:sp>
      <p:sp>
        <p:nvSpPr>
          <p:cNvPr id="593" name="Google Shape;593;p60"/>
          <p:cNvSpPr/>
          <p:nvPr/>
        </p:nvSpPr>
        <p:spPr>
          <a:xfrm>
            <a:off x="228600" y="3299625"/>
            <a:ext cx="847200" cy="22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4" name="Google Shape;594;p60"/>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